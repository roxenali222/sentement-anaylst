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2" r:id="rId18"/>
    <p:sldId id="272" r:id="rId19"/>
    <p:sldId id="273" r:id="rId20"/>
    <p:sldId id="274" r:id="rId21"/>
    <p:sldId id="275" r:id="rId22"/>
    <p:sldId id="276" r:id="rId23"/>
    <p:sldId id="280" r:id="rId24"/>
    <p:sldId id="281" r:id="rId25"/>
    <p:sldId id="282" r:id="rId26"/>
    <p:sldId id="283" r:id="rId27"/>
    <p:sldId id="284" r:id="rId28"/>
    <p:sldId id="285" r:id="rId29"/>
    <p:sldId id="308" r:id="rId30"/>
    <p:sldId id="309" r:id="rId31"/>
    <p:sldId id="310" r:id="rId32"/>
    <p:sldId id="286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03" r:id="rId44"/>
    <p:sldId id="304" r:id="rId45"/>
    <p:sldId id="305" r:id="rId46"/>
    <p:sldId id="307" r:id="rId47"/>
    <p:sldId id="299" r:id="rId48"/>
    <p:sldId id="300" r:id="rId49"/>
    <p:sldId id="301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svg"/><Relationship Id="rId1" Type="http://schemas.openxmlformats.org/officeDocument/2006/relationships/image" Target="../media/image5.pn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4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47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4" Type="http://schemas.openxmlformats.org/officeDocument/2006/relationships/image" Target="../media/image16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4" Type="http://schemas.openxmlformats.org/officeDocument/2006/relationships/image" Target="../media/image65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9.svg"/></Relationships>
</file>

<file path=ppt/diagrams/_rels/data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10" Type="http://schemas.openxmlformats.org/officeDocument/2006/relationships/image" Target="../media/image79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81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svg"/><Relationship Id="rId1" Type="http://schemas.openxmlformats.org/officeDocument/2006/relationships/image" Target="../media/image48.png"/><Relationship Id="rId4" Type="http://schemas.openxmlformats.org/officeDocument/2006/relationships/image" Target="../media/image84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4" Type="http://schemas.openxmlformats.org/officeDocument/2006/relationships/image" Target="../media/image87.svg"/></Relationships>
</file>

<file path=ppt/diagrams/_rels/data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svg"/><Relationship Id="rId1" Type="http://schemas.openxmlformats.org/officeDocument/2006/relationships/image" Target="../media/image96.png"/><Relationship Id="rId4" Type="http://schemas.openxmlformats.org/officeDocument/2006/relationships/image" Target="../media/image99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Relationship Id="rId4" Type="http://schemas.openxmlformats.org/officeDocument/2006/relationships/image" Target="../media/image103.sv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Relationship Id="rId4" Type="http://schemas.openxmlformats.org/officeDocument/2006/relationships/image" Target="../media/image10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svg"/><Relationship Id="rId1" Type="http://schemas.openxmlformats.org/officeDocument/2006/relationships/image" Target="../media/image106.png"/><Relationship Id="rId4" Type="http://schemas.openxmlformats.org/officeDocument/2006/relationships/image" Target="../media/image109.svg"/></Relationships>
</file>

<file path=ppt/diagrams/_rels/data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svg"/><Relationship Id="rId1" Type="http://schemas.openxmlformats.org/officeDocument/2006/relationships/image" Target="../media/image110.png"/><Relationship Id="rId4" Type="http://schemas.openxmlformats.org/officeDocument/2006/relationships/image" Target="../media/image113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4" Type="http://schemas.openxmlformats.org/officeDocument/2006/relationships/image" Target="../media/image117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19.sv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svg"/><Relationship Id="rId1" Type="http://schemas.openxmlformats.org/officeDocument/2006/relationships/image" Target="../media/image120.png"/><Relationship Id="rId4" Type="http://schemas.openxmlformats.org/officeDocument/2006/relationships/image" Target="../media/image123.svg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25.svg"/><Relationship Id="rId1" Type="http://schemas.openxmlformats.org/officeDocument/2006/relationships/image" Target="../media/image124.png"/><Relationship Id="rId6" Type="http://schemas.openxmlformats.org/officeDocument/2006/relationships/image" Target="../media/image127.svg"/><Relationship Id="rId5" Type="http://schemas.openxmlformats.org/officeDocument/2006/relationships/image" Target="../media/image35.png"/><Relationship Id="rId4" Type="http://schemas.openxmlformats.org/officeDocument/2006/relationships/image" Target="../media/image126.svg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4" Type="http://schemas.openxmlformats.org/officeDocument/2006/relationships/image" Target="../media/image131.svg"/></Relationships>
</file>

<file path=ppt/diagrams/_rels/data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svg"/><Relationship Id="rId1" Type="http://schemas.openxmlformats.org/officeDocument/2006/relationships/image" Target="../media/image134.png"/><Relationship Id="rId4" Type="http://schemas.openxmlformats.org/officeDocument/2006/relationships/image" Target="../media/image13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svg"/><Relationship Id="rId1" Type="http://schemas.openxmlformats.org/officeDocument/2006/relationships/image" Target="../media/image5.pn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4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47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4" Type="http://schemas.openxmlformats.org/officeDocument/2006/relationships/image" Target="../media/image16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4" Type="http://schemas.openxmlformats.org/officeDocument/2006/relationships/image" Target="../media/image65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9.svg"/></Relationships>
</file>

<file path=ppt/diagrams/_rels/drawing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10" Type="http://schemas.openxmlformats.org/officeDocument/2006/relationships/image" Target="../media/image79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81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svg"/><Relationship Id="rId1" Type="http://schemas.openxmlformats.org/officeDocument/2006/relationships/image" Target="../media/image48.png"/><Relationship Id="rId4" Type="http://schemas.openxmlformats.org/officeDocument/2006/relationships/image" Target="../media/image84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4" Type="http://schemas.openxmlformats.org/officeDocument/2006/relationships/image" Target="../media/image87.svg"/></Relationships>
</file>

<file path=ppt/diagrams/_rels/drawing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svg"/><Relationship Id="rId1" Type="http://schemas.openxmlformats.org/officeDocument/2006/relationships/image" Target="../media/image96.png"/><Relationship Id="rId4" Type="http://schemas.openxmlformats.org/officeDocument/2006/relationships/image" Target="../media/image99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Relationship Id="rId4" Type="http://schemas.openxmlformats.org/officeDocument/2006/relationships/image" Target="../media/image103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Relationship Id="rId4" Type="http://schemas.openxmlformats.org/officeDocument/2006/relationships/image" Target="../media/image10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svg"/><Relationship Id="rId1" Type="http://schemas.openxmlformats.org/officeDocument/2006/relationships/image" Target="../media/image106.png"/><Relationship Id="rId4" Type="http://schemas.openxmlformats.org/officeDocument/2006/relationships/image" Target="../media/image109.svg"/></Relationships>
</file>

<file path=ppt/diagrams/_rels/drawing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svg"/><Relationship Id="rId1" Type="http://schemas.openxmlformats.org/officeDocument/2006/relationships/image" Target="../media/image110.png"/><Relationship Id="rId4" Type="http://schemas.openxmlformats.org/officeDocument/2006/relationships/image" Target="../media/image113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4" Type="http://schemas.openxmlformats.org/officeDocument/2006/relationships/image" Target="../media/image117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19.svg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svg"/><Relationship Id="rId1" Type="http://schemas.openxmlformats.org/officeDocument/2006/relationships/image" Target="../media/image120.png"/><Relationship Id="rId4" Type="http://schemas.openxmlformats.org/officeDocument/2006/relationships/image" Target="../media/image123.svg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25.svg"/><Relationship Id="rId1" Type="http://schemas.openxmlformats.org/officeDocument/2006/relationships/image" Target="../media/image124.png"/><Relationship Id="rId6" Type="http://schemas.openxmlformats.org/officeDocument/2006/relationships/image" Target="../media/image127.svg"/><Relationship Id="rId5" Type="http://schemas.openxmlformats.org/officeDocument/2006/relationships/image" Target="../media/image35.png"/><Relationship Id="rId4" Type="http://schemas.openxmlformats.org/officeDocument/2006/relationships/image" Target="../media/image126.svg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4" Type="http://schemas.openxmlformats.org/officeDocument/2006/relationships/image" Target="../media/image131.svg"/></Relationships>
</file>

<file path=ppt/diagrams/_rels/drawing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svg"/><Relationship Id="rId1" Type="http://schemas.openxmlformats.org/officeDocument/2006/relationships/image" Target="../media/image134.png"/><Relationship Id="rId4" Type="http://schemas.openxmlformats.org/officeDocument/2006/relationships/image" Target="../media/image1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7FB7F2-4433-4F76-A10A-D8877BF016C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7D8F728-5E88-4B8B-A0C5-8F049D0BD9E0}">
      <dgm:prSet/>
      <dgm:spPr/>
      <dgm:t>
        <a:bodyPr/>
        <a:lstStyle/>
        <a:p>
          <a:r>
            <a:rPr lang="en-US"/>
            <a:t>Trading bots are automated software that buy and sell assets in the financial markets based on predefined strategies.</a:t>
          </a:r>
        </a:p>
      </dgm:t>
    </dgm:pt>
    <dgm:pt modelId="{BEFA2F54-A1F4-4C14-9DAB-960A7688E8E0}" type="parTrans" cxnId="{79FABA41-C9AB-4F1C-BC9B-EAD937E6F6EF}">
      <dgm:prSet/>
      <dgm:spPr/>
      <dgm:t>
        <a:bodyPr/>
        <a:lstStyle/>
        <a:p>
          <a:endParaRPr lang="en-US"/>
        </a:p>
      </dgm:t>
    </dgm:pt>
    <dgm:pt modelId="{A686F33B-1DA3-4B66-8400-A2834B6DDE2A}" type="sibTrans" cxnId="{79FABA41-C9AB-4F1C-BC9B-EAD937E6F6EF}">
      <dgm:prSet/>
      <dgm:spPr/>
      <dgm:t>
        <a:bodyPr/>
        <a:lstStyle/>
        <a:p>
          <a:endParaRPr lang="en-US"/>
        </a:p>
      </dgm:t>
    </dgm:pt>
    <dgm:pt modelId="{EBF30A49-9195-4875-A8DA-E07F75A580E2}">
      <dgm:prSet/>
      <dgm:spPr/>
      <dgm:t>
        <a:bodyPr/>
        <a:lstStyle/>
        <a:p>
          <a:r>
            <a:rPr lang="en-US"/>
            <a:t>They can be used in stock trading, cryptocurrency trading, and other financial markets.</a:t>
          </a:r>
        </a:p>
      </dgm:t>
    </dgm:pt>
    <dgm:pt modelId="{CD212B11-35C6-41B7-8A81-485095559C4C}" type="parTrans" cxnId="{F570E8BE-D8C9-4D4D-9696-CC3E81DA2F52}">
      <dgm:prSet/>
      <dgm:spPr/>
      <dgm:t>
        <a:bodyPr/>
        <a:lstStyle/>
        <a:p>
          <a:endParaRPr lang="en-US"/>
        </a:p>
      </dgm:t>
    </dgm:pt>
    <dgm:pt modelId="{702A7E8E-139B-4C2C-9F7D-84147C44B6E5}" type="sibTrans" cxnId="{F570E8BE-D8C9-4D4D-9696-CC3E81DA2F52}">
      <dgm:prSet/>
      <dgm:spPr/>
      <dgm:t>
        <a:bodyPr/>
        <a:lstStyle/>
        <a:p>
          <a:endParaRPr lang="en-US"/>
        </a:p>
      </dgm:t>
    </dgm:pt>
    <dgm:pt modelId="{C689D20F-27C0-4216-8FC9-39F220465AC1}" type="pres">
      <dgm:prSet presAssocID="{3C7FB7F2-4433-4F76-A10A-D8877BF016C5}" presName="root" presStyleCnt="0">
        <dgm:presLayoutVars>
          <dgm:dir/>
          <dgm:resizeHandles val="exact"/>
        </dgm:presLayoutVars>
      </dgm:prSet>
      <dgm:spPr/>
    </dgm:pt>
    <dgm:pt modelId="{4620EB08-C1B7-4115-AB14-F24E017F4AD7}" type="pres">
      <dgm:prSet presAssocID="{67D8F728-5E88-4B8B-A0C5-8F049D0BD9E0}" presName="compNode" presStyleCnt="0"/>
      <dgm:spPr/>
    </dgm:pt>
    <dgm:pt modelId="{04FC0EFB-240F-49A1-93F7-21E4C377C029}" type="pres">
      <dgm:prSet presAssocID="{67D8F728-5E88-4B8B-A0C5-8F049D0BD9E0}" presName="bgRect" presStyleLbl="bgShp" presStyleIdx="0" presStyleCnt="2"/>
      <dgm:spPr/>
    </dgm:pt>
    <dgm:pt modelId="{371A7F2D-C6A9-41AA-B004-97BF23F1D866}" type="pres">
      <dgm:prSet presAssocID="{67D8F728-5E88-4B8B-A0C5-8F049D0BD9E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1CE9200-9D03-4D6B-88B9-3FDC26CEE97D}" type="pres">
      <dgm:prSet presAssocID="{67D8F728-5E88-4B8B-A0C5-8F049D0BD9E0}" presName="spaceRect" presStyleCnt="0"/>
      <dgm:spPr/>
    </dgm:pt>
    <dgm:pt modelId="{1F2B5544-FD6D-4442-A018-7AF572F57FC6}" type="pres">
      <dgm:prSet presAssocID="{67D8F728-5E88-4B8B-A0C5-8F049D0BD9E0}" presName="parTx" presStyleLbl="revTx" presStyleIdx="0" presStyleCnt="2">
        <dgm:presLayoutVars>
          <dgm:chMax val="0"/>
          <dgm:chPref val="0"/>
        </dgm:presLayoutVars>
      </dgm:prSet>
      <dgm:spPr/>
    </dgm:pt>
    <dgm:pt modelId="{8707F19C-5652-4DAD-873E-79BD8AA0F19B}" type="pres">
      <dgm:prSet presAssocID="{A686F33B-1DA3-4B66-8400-A2834B6DDE2A}" presName="sibTrans" presStyleCnt="0"/>
      <dgm:spPr/>
    </dgm:pt>
    <dgm:pt modelId="{B8F2B338-2BEF-4B7D-BB48-3E75245E25BC}" type="pres">
      <dgm:prSet presAssocID="{EBF30A49-9195-4875-A8DA-E07F75A580E2}" presName="compNode" presStyleCnt="0"/>
      <dgm:spPr/>
    </dgm:pt>
    <dgm:pt modelId="{A3E5DE79-3959-4D71-A785-7962BCE0EA23}" type="pres">
      <dgm:prSet presAssocID="{EBF30A49-9195-4875-A8DA-E07F75A580E2}" presName="bgRect" presStyleLbl="bgShp" presStyleIdx="1" presStyleCnt="2"/>
      <dgm:spPr/>
    </dgm:pt>
    <dgm:pt modelId="{D94FA1F8-732C-4587-B703-B4EF09F75C8B}" type="pres">
      <dgm:prSet presAssocID="{EBF30A49-9195-4875-A8DA-E07F75A580E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5F68D5F5-A99E-4C70-B82F-F7CD0082F421}" type="pres">
      <dgm:prSet presAssocID="{EBF30A49-9195-4875-A8DA-E07F75A580E2}" presName="spaceRect" presStyleCnt="0"/>
      <dgm:spPr/>
    </dgm:pt>
    <dgm:pt modelId="{003B582E-E40C-4C13-824D-4086F0B2A572}" type="pres">
      <dgm:prSet presAssocID="{EBF30A49-9195-4875-A8DA-E07F75A580E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9FABA41-C9AB-4F1C-BC9B-EAD937E6F6EF}" srcId="{3C7FB7F2-4433-4F76-A10A-D8877BF016C5}" destId="{67D8F728-5E88-4B8B-A0C5-8F049D0BD9E0}" srcOrd="0" destOrd="0" parTransId="{BEFA2F54-A1F4-4C14-9DAB-960A7688E8E0}" sibTransId="{A686F33B-1DA3-4B66-8400-A2834B6DDE2A}"/>
    <dgm:cxn modelId="{93C95680-7121-4925-9E1D-E205FA3463B4}" type="presOf" srcId="{EBF30A49-9195-4875-A8DA-E07F75A580E2}" destId="{003B582E-E40C-4C13-824D-4086F0B2A572}" srcOrd="0" destOrd="0" presId="urn:microsoft.com/office/officeart/2018/2/layout/IconVerticalSolidList"/>
    <dgm:cxn modelId="{5F43BA8C-0B67-4181-85D3-16C5D4146C95}" type="presOf" srcId="{3C7FB7F2-4433-4F76-A10A-D8877BF016C5}" destId="{C689D20F-27C0-4216-8FC9-39F220465AC1}" srcOrd="0" destOrd="0" presId="urn:microsoft.com/office/officeart/2018/2/layout/IconVerticalSolidList"/>
    <dgm:cxn modelId="{F570E8BE-D8C9-4D4D-9696-CC3E81DA2F52}" srcId="{3C7FB7F2-4433-4F76-A10A-D8877BF016C5}" destId="{EBF30A49-9195-4875-A8DA-E07F75A580E2}" srcOrd="1" destOrd="0" parTransId="{CD212B11-35C6-41B7-8A81-485095559C4C}" sibTransId="{702A7E8E-139B-4C2C-9F7D-84147C44B6E5}"/>
    <dgm:cxn modelId="{2C12EFC6-A100-4EE2-95F9-CD5E0489FC6A}" type="presOf" srcId="{67D8F728-5E88-4B8B-A0C5-8F049D0BD9E0}" destId="{1F2B5544-FD6D-4442-A018-7AF572F57FC6}" srcOrd="0" destOrd="0" presId="urn:microsoft.com/office/officeart/2018/2/layout/IconVerticalSolidList"/>
    <dgm:cxn modelId="{5676E561-7B45-43CE-B204-66E1B2DFFF56}" type="presParOf" srcId="{C689D20F-27C0-4216-8FC9-39F220465AC1}" destId="{4620EB08-C1B7-4115-AB14-F24E017F4AD7}" srcOrd="0" destOrd="0" presId="urn:microsoft.com/office/officeart/2018/2/layout/IconVerticalSolidList"/>
    <dgm:cxn modelId="{C5E031BB-CCA2-46B7-858A-7673C180E8F4}" type="presParOf" srcId="{4620EB08-C1B7-4115-AB14-F24E017F4AD7}" destId="{04FC0EFB-240F-49A1-93F7-21E4C377C029}" srcOrd="0" destOrd="0" presId="urn:microsoft.com/office/officeart/2018/2/layout/IconVerticalSolidList"/>
    <dgm:cxn modelId="{62582FBC-C11A-4E1D-9D47-6541498BE032}" type="presParOf" srcId="{4620EB08-C1B7-4115-AB14-F24E017F4AD7}" destId="{371A7F2D-C6A9-41AA-B004-97BF23F1D866}" srcOrd="1" destOrd="0" presId="urn:microsoft.com/office/officeart/2018/2/layout/IconVerticalSolidList"/>
    <dgm:cxn modelId="{01F5C2E0-74E8-487A-9C3F-C9A6FA81FDCC}" type="presParOf" srcId="{4620EB08-C1B7-4115-AB14-F24E017F4AD7}" destId="{21CE9200-9D03-4D6B-88B9-3FDC26CEE97D}" srcOrd="2" destOrd="0" presId="urn:microsoft.com/office/officeart/2018/2/layout/IconVerticalSolidList"/>
    <dgm:cxn modelId="{70AD412D-71D2-40D6-8232-64095C087FE0}" type="presParOf" srcId="{4620EB08-C1B7-4115-AB14-F24E017F4AD7}" destId="{1F2B5544-FD6D-4442-A018-7AF572F57FC6}" srcOrd="3" destOrd="0" presId="urn:microsoft.com/office/officeart/2018/2/layout/IconVerticalSolidList"/>
    <dgm:cxn modelId="{18FE581A-E0E1-4AD2-9276-DE78A50F495A}" type="presParOf" srcId="{C689D20F-27C0-4216-8FC9-39F220465AC1}" destId="{8707F19C-5652-4DAD-873E-79BD8AA0F19B}" srcOrd="1" destOrd="0" presId="urn:microsoft.com/office/officeart/2018/2/layout/IconVerticalSolidList"/>
    <dgm:cxn modelId="{F2378565-C757-4435-BBC4-4531AF18839B}" type="presParOf" srcId="{C689D20F-27C0-4216-8FC9-39F220465AC1}" destId="{B8F2B338-2BEF-4B7D-BB48-3E75245E25BC}" srcOrd="2" destOrd="0" presId="urn:microsoft.com/office/officeart/2018/2/layout/IconVerticalSolidList"/>
    <dgm:cxn modelId="{A6AE33DB-BDF8-47F2-B953-1420430EE36E}" type="presParOf" srcId="{B8F2B338-2BEF-4B7D-BB48-3E75245E25BC}" destId="{A3E5DE79-3959-4D71-A785-7962BCE0EA23}" srcOrd="0" destOrd="0" presId="urn:microsoft.com/office/officeart/2018/2/layout/IconVerticalSolidList"/>
    <dgm:cxn modelId="{E3659EFE-1B76-4DD6-92D4-B72764F31F45}" type="presParOf" srcId="{B8F2B338-2BEF-4B7D-BB48-3E75245E25BC}" destId="{D94FA1F8-732C-4587-B703-B4EF09F75C8B}" srcOrd="1" destOrd="0" presId="urn:microsoft.com/office/officeart/2018/2/layout/IconVerticalSolidList"/>
    <dgm:cxn modelId="{FBC97586-5163-4BF9-9368-1D5F7545C4DD}" type="presParOf" srcId="{B8F2B338-2BEF-4B7D-BB48-3E75245E25BC}" destId="{5F68D5F5-A99E-4C70-B82F-F7CD0082F421}" srcOrd="2" destOrd="0" presId="urn:microsoft.com/office/officeart/2018/2/layout/IconVerticalSolidList"/>
    <dgm:cxn modelId="{7746B32C-5B9A-4D8F-A1E7-A1A80E2EB570}" type="presParOf" srcId="{B8F2B338-2BEF-4B7D-BB48-3E75245E25BC}" destId="{003B582E-E40C-4C13-824D-4086F0B2A5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3DD476-ACD6-4FE0-B6A2-6384D3A5B0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839E8CA-DA1A-46C8-8533-18FAA3DA0980}">
      <dgm:prSet/>
      <dgm:spPr/>
      <dgm:t>
        <a:bodyPr/>
        <a:lstStyle/>
        <a:p>
          <a:r>
            <a:rPr lang="en-US"/>
            <a:t>This project involves the development of a trading bot for the cryptocurrency market.</a:t>
          </a:r>
        </a:p>
      </dgm:t>
    </dgm:pt>
    <dgm:pt modelId="{940FA5ED-CDF8-47D8-90A3-C10A9E28B9AC}" type="parTrans" cxnId="{4A35CDEC-3B73-4F5D-A1ED-459B2D84B6C9}">
      <dgm:prSet/>
      <dgm:spPr/>
      <dgm:t>
        <a:bodyPr/>
        <a:lstStyle/>
        <a:p>
          <a:endParaRPr lang="en-US"/>
        </a:p>
      </dgm:t>
    </dgm:pt>
    <dgm:pt modelId="{20813EBA-DE40-4A2A-8948-FC8D9968C5BD}" type="sibTrans" cxnId="{4A35CDEC-3B73-4F5D-A1ED-459B2D84B6C9}">
      <dgm:prSet/>
      <dgm:spPr/>
      <dgm:t>
        <a:bodyPr/>
        <a:lstStyle/>
        <a:p>
          <a:endParaRPr lang="en-US"/>
        </a:p>
      </dgm:t>
    </dgm:pt>
    <dgm:pt modelId="{8083EA57-63FA-484F-B0EF-AFDB9E4A7A4D}">
      <dgm:prSet/>
      <dgm:spPr/>
      <dgm:t>
        <a:bodyPr/>
        <a:lstStyle/>
        <a:p>
          <a:r>
            <a:rPr lang="en-US"/>
            <a:t>The bot was developed using various machine learning and deep learning models, along with time series analysis.</a:t>
          </a:r>
        </a:p>
      </dgm:t>
    </dgm:pt>
    <dgm:pt modelId="{FEF5DE25-87E6-40BD-80D9-0C5C2265D8E1}" type="parTrans" cxnId="{B56D6F9D-B373-41A0-8638-26E6E551117E}">
      <dgm:prSet/>
      <dgm:spPr/>
      <dgm:t>
        <a:bodyPr/>
        <a:lstStyle/>
        <a:p>
          <a:endParaRPr lang="en-US"/>
        </a:p>
      </dgm:t>
    </dgm:pt>
    <dgm:pt modelId="{66CCA26D-3A4A-42FC-AB84-9F8C133672F6}" type="sibTrans" cxnId="{B56D6F9D-B373-41A0-8638-26E6E551117E}">
      <dgm:prSet/>
      <dgm:spPr/>
      <dgm:t>
        <a:bodyPr/>
        <a:lstStyle/>
        <a:p>
          <a:endParaRPr lang="en-US"/>
        </a:p>
      </dgm:t>
    </dgm:pt>
    <dgm:pt modelId="{BB8E0049-34EE-4A54-B854-15D219671EE9}" type="pres">
      <dgm:prSet presAssocID="{F23DD476-ACD6-4FE0-B6A2-6384D3A5B090}" presName="root" presStyleCnt="0">
        <dgm:presLayoutVars>
          <dgm:dir/>
          <dgm:resizeHandles val="exact"/>
        </dgm:presLayoutVars>
      </dgm:prSet>
      <dgm:spPr/>
    </dgm:pt>
    <dgm:pt modelId="{650A2BF2-6AA5-406E-AC45-D9111C5959B9}" type="pres">
      <dgm:prSet presAssocID="{6839E8CA-DA1A-46C8-8533-18FAA3DA0980}" presName="compNode" presStyleCnt="0"/>
      <dgm:spPr/>
    </dgm:pt>
    <dgm:pt modelId="{3239A839-06C8-4F9D-87AD-4E1EA5CB8889}" type="pres">
      <dgm:prSet presAssocID="{6839E8CA-DA1A-46C8-8533-18FAA3DA0980}" presName="bgRect" presStyleLbl="bgShp" presStyleIdx="0" presStyleCnt="2"/>
      <dgm:spPr/>
    </dgm:pt>
    <dgm:pt modelId="{5864B921-D456-42A6-B7E6-DD588D2ED0A4}" type="pres">
      <dgm:prSet presAssocID="{6839E8CA-DA1A-46C8-8533-18FAA3DA098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74865E63-DDEF-4DA4-82B4-FAAA0B31CF37}" type="pres">
      <dgm:prSet presAssocID="{6839E8CA-DA1A-46C8-8533-18FAA3DA0980}" presName="spaceRect" presStyleCnt="0"/>
      <dgm:spPr/>
    </dgm:pt>
    <dgm:pt modelId="{EADAAD38-2306-4EB2-9626-63C5B90FB11A}" type="pres">
      <dgm:prSet presAssocID="{6839E8CA-DA1A-46C8-8533-18FAA3DA0980}" presName="parTx" presStyleLbl="revTx" presStyleIdx="0" presStyleCnt="2">
        <dgm:presLayoutVars>
          <dgm:chMax val="0"/>
          <dgm:chPref val="0"/>
        </dgm:presLayoutVars>
      </dgm:prSet>
      <dgm:spPr/>
    </dgm:pt>
    <dgm:pt modelId="{B3882CE0-23F6-40FA-9C9F-2BC19FC00A02}" type="pres">
      <dgm:prSet presAssocID="{20813EBA-DE40-4A2A-8948-FC8D9968C5BD}" presName="sibTrans" presStyleCnt="0"/>
      <dgm:spPr/>
    </dgm:pt>
    <dgm:pt modelId="{3CC44020-0C9B-4470-9EE0-B2B5D6C93DF2}" type="pres">
      <dgm:prSet presAssocID="{8083EA57-63FA-484F-B0EF-AFDB9E4A7A4D}" presName="compNode" presStyleCnt="0"/>
      <dgm:spPr/>
    </dgm:pt>
    <dgm:pt modelId="{E92700A1-1442-466B-9BCE-14241D30BBD7}" type="pres">
      <dgm:prSet presAssocID="{8083EA57-63FA-484F-B0EF-AFDB9E4A7A4D}" presName="bgRect" presStyleLbl="bgShp" presStyleIdx="1" presStyleCnt="2"/>
      <dgm:spPr/>
    </dgm:pt>
    <dgm:pt modelId="{647319ED-39B8-4DF4-BD47-DE38FA044345}" type="pres">
      <dgm:prSet presAssocID="{8083EA57-63FA-484F-B0EF-AFDB9E4A7A4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736F6F4-EF84-49CF-A5A2-4D45DD7DC1B0}" type="pres">
      <dgm:prSet presAssocID="{8083EA57-63FA-484F-B0EF-AFDB9E4A7A4D}" presName="spaceRect" presStyleCnt="0"/>
      <dgm:spPr/>
    </dgm:pt>
    <dgm:pt modelId="{F73D09EB-017B-4B8E-80CC-684A469D3BC3}" type="pres">
      <dgm:prSet presAssocID="{8083EA57-63FA-484F-B0EF-AFDB9E4A7A4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264CD28-0661-49C1-8B6F-7C887E6F329B}" type="presOf" srcId="{6839E8CA-DA1A-46C8-8533-18FAA3DA0980}" destId="{EADAAD38-2306-4EB2-9626-63C5B90FB11A}" srcOrd="0" destOrd="0" presId="urn:microsoft.com/office/officeart/2018/2/layout/IconVerticalSolidList"/>
    <dgm:cxn modelId="{52DDB06E-55A9-462B-8F0F-85A4BAE43F2C}" type="presOf" srcId="{8083EA57-63FA-484F-B0EF-AFDB9E4A7A4D}" destId="{F73D09EB-017B-4B8E-80CC-684A469D3BC3}" srcOrd="0" destOrd="0" presId="urn:microsoft.com/office/officeart/2018/2/layout/IconVerticalSolidList"/>
    <dgm:cxn modelId="{B56D6F9D-B373-41A0-8638-26E6E551117E}" srcId="{F23DD476-ACD6-4FE0-B6A2-6384D3A5B090}" destId="{8083EA57-63FA-484F-B0EF-AFDB9E4A7A4D}" srcOrd="1" destOrd="0" parTransId="{FEF5DE25-87E6-40BD-80D9-0C5C2265D8E1}" sibTransId="{66CCA26D-3A4A-42FC-AB84-9F8C133672F6}"/>
    <dgm:cxn modelId="{CD63D4D4-C74D-4E45-B382-D810A88AFDD8}" type="presOf" srcId="{F23DD476-ACD6-4FE0-B6A2-6384D3A5B090}" destId="{BB8E0049-34EE-4A54-B854-15D219671EE9}" srcOrd="0" destOrd="0" presId="urn:microsoft.com/office/officeart/2018/2/layout/IconVerticalSolidList"/>
    <dgm:cxn modelId="{4A35CDEC-3B73-4F5D-A1ED-459B2D84B6C9}" srcId="{F23DD476-ACD6-4FE0-B6A2-6384D3A5B090}" destId="{6839E8CA-DA1A-46C8-8533-18FAA3DA0980}" srcOrd="0" destOrd="0" parTransId="{940FA5ED-CDF8-47D8-90A3-C10A9E28B9AC}" sibTransId="{20813EBA-DE40-4A2A-8948-FC8D9968C5BD}"/>
    <dgm:cxn modelId="{BC7B00BD-6E2C-4995-9882-69F4E27F9E34}" type="presParOf" srcId="{BB8E0049-34EE-4A54-B854-15D219671EE9}" destId="{650A2BF2-6AA5-406E-AC45-D9111C5959B9}" srcOrd="0" destOrd="0" presId="urn:microsoft.com/office/officeart/2018/2/layout/IconVerticalSolidList"/>
    <dgm:cxn modelId="{EC42FE00-A5C7-4B75-8CF3-A22270B457AE}" type="presParOf" srcId="{650A2BF2-6AA5-406E-AC45-D9111C5959B9}" destId="{3239A839-06C8-4F9D-87AD-4E1EA5CB8889}" srcOrd="0" destOrd="0" presId="urn:microsoft.com/office/officeart/2018/2/layout/IconVerticalSolidList"/>
    <dgm:cxn modelId="{C3D13A93-7432-452C-9D69-BCCA711FBE7A}" type="presParOf" srcId="{650A2BF2-6AA5-406E-AC45-D9111C5959B9}" destId="{5864B921-D456-42A6-B7E6-DD588D2ED0A4}" srcOrd="1" destOrd="0" presId="urn:microsoft.com/office/officeart/2018/2/layout/IconVerticalSolidList"/>
    <dgm:cxn modelId="{078D9A4B-A1F5-4870-BC3D-354E8F97E9C4}" type="presParOf" srcId="{650A2BF2-6AA5-406E-AC45-D9111C5959B9}" destId="{74865E63-DDEF-4DA4-82B4-FAAA0B31CF37}" srcOrd="2" destOrd="0" presId="urn:microsoft.com/office/officeart/2018/2/layout/IconVerticalSolidList"/>
    <dgm:cxn modelId="{9669D430-374D-43BA-972B-12977E08218A}" type="presParOf" srcId="{650A2BF2-6AA5-406E-AC45-D9111C5959B9}" destId="{EADAAD38-2306-4EB2-9626-63C5B90FB11A}" srcOrd="3" destOrd="0" presId="urn:microsoft.com/office/officeart/2018/2/layout/IconVerticalSolidList"/>
    <dgm:cxn modelId="{8355CD3F-CCF7-4A76-AC36-05234CEC9DF7}" type="presParOf" srcId="{BB8E0049-34EE-4A54-B854-15D219671EE9}" destId="{B3882CE0-23F6-40FA-9C9F-2BC19FC00A02}" srcOrd="1" destOrd="0" presId="urn:microsoft.com/office/officeart/2018/2/layout/IconVerticalSolidList"/>
    <dgm:cxn modelId="{3CF16FF0-671D-4CD0-AD88-A38FA961FFB5}" type="presParOf" srcId="{BB8E0049-34EE-4A54-B854-15D219671EE9}" destId="{3CC44020-0C9B-4470-9EE0-B2B5D6C93DF2}" srcOrd="2" destOrd="0" presId="urn:microsoft.com/office/officeart/2018/2/layout/IconVerticalSolidList"/>
    <dgm:cxn modelId="{A57E2D6E-4197-4DB3-AA92-ED8488C4F3C0}" type="presParOf" srcId="{3CC44020-0C9B-4470-9EE0-B2B5D6C93DF2}" destId="{E92700A1-1442-466B-9BCE-14241D30BBD7}" srcOrd="0" destOrd="0" presId="urn:microsoft.com/office/officeart/2018/2/layout/IconVerticalSolidList"/>
    <dgm:cxn modelId="{CB7DFB29-94C0-41E0-A085-7204138C8E20}" type="presParOf" srcId="{3CC44020-0C9B-4470-9EE0-B2B5D6C93DF2}" destId="{647319ED-39B8-4DF4-BD47-DE38FA044345}" srcOrd="1" destOrd="0" presId="urn:microsoft.com/office/officeart/2018/2/layout/IconVerticalSolidList"/>
    <dgm:cxn modelId="{14126D0A-9CC5-4BAD-B36B-AAEA92BEDBB0}" type="presParOf" srcId="{3CC44020-0C9B-4470-9EE0-B2B5D6C93DF2}" destId="{E736F6F4-EF84-49CF-A5A2-4D45DD7DC1B0}" srcOrd="2" destOrd="0" presId="urn:microsoft.com/office/officeart/2018/2/layout/IconVerticalSolidList"/>
    <dgm:cxn modelId="{3DD4F02C-3A98-4995-B1A0-A41B49789A65}" type="presParOf" srcId="{3CC44020-0C9B-4470-9EE0-B2B5D6C93DF2}" destId="{F73D09EB-017B-4B8E-80CC-684A469D3B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DBF1D0-B763-4768-9D57-FFE3C26AF55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9184CB3-39FA-4396-B0D5-F25F8CA3207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Binance Testnet API was used as the data source for this project.</a:t>
          </a:r>
        </a:p>
      </dgm:t>
    </dgm:pt>
    <dgm:pt modelId="{819B6604-0101-4553-9F74-5A917E4CCBD2}" type="parTrans" cxnId="{CD6D52E0-9F13-4CB7-91FC-780D1BAA4FDF}">
      <dgm:prSet/>
      <dgm:spPr/>
      <dgm:t>
        <a:bodyPr/>
        <a:lstStyle/>
        <a:p>
          <a:endParaRPr lang="en-US"/>
        </a:p>
      </dgm:t>
    </dgm:pt>
    <dgm:pt modelId="{E7D582D5-1F61-4B0B-BF7F-65D02DF806D6}" type="sibTrans" cxnId="{CD6D52E0-9F13-4CB7-91FC-780D1BAA4F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EB825B-511B-4314-B6BE-C52CE9AE8D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testnet environment allows developers to test their trading strategies without risking real money.</a:t>
          </a:r>
        </a:p>
      </dgm:t>
    </dgm:pt>
    <dgm:pt modelId="{AEC2B8AD-6CEA-4E89-A84C-468331DC0D12}" type="parTrans" cxnId="{F14ABE33-CBE8-4AF3-9560-AC4FAF15301F}">
      <dgm:prSet/>
      <dgm:spPr/>
      <dgm:t>
        <a:bodyPr/>
        <a:lstStyle/>
        <a:p>
          <a:endParaRPr lang="en-US"/>
        </a:p>
      </dgm:t>
    </dgm:pt>
    <dgm:pt modelId="{1D766C3A-21A0-4D23-ACED-667E7F17A9F1}" type="sibTrans" cxnId="{F14ABE33-CBE8-4AF3-9560-AC4FAF15301F}">
      <dgm:prSet/>
      <dgm:spPr/>
      <dgm:t>
        <a:bodyPr/>
        <a:lstStyle/>
        <a:p>
          <a:endParaRPr lang="en-US"/>
        </a:p>
      </dgm:t>
    </dgm:pt>
    <dgm:pt modelId="{590570F3-B52A-4433-93F1-F5E96A5767EC}" type="pres">
      <dgm:prSet presAssocID="{91DBF1D0-B763-4768-9D57-FFE3C26AF55A}" presName="root" presStyleCnt="0">
        <dgm:presLayoutVars>
          <dgm:dir/>
          <dgm:resizeHandles val="exact"/>
        </dgm:presLayoutVars>
      </dgm:prSet>
      <dgm:spPr/>
    </dgm:pt>
    <dgm:pt modelId="{EE79CC19-C6C2-4B9E-A364-D8774E5A14BF}" type="pres">
      <dgm:prSet presAssocID="{99184CB3-39FA-4396-B0D5-F25F8CA3207D}" presName="compNode" presStyleCnt="0"/>
      <dgm:spPr/>
    </dgm:pt>
    <dgm:pt modelId="{96BE6E2E-3D43-41D3-A8E9-522383727CB6}" type="pres">
      <dgm:prSet presAssocID="{99184CB3-39FA-4396-B0D5-F25F8CA3207D}" presName="iconBgRect" presStyleLbl="bgShp" presStyleIdx="0" presStyleCnt="2"/>
      <dgm:spPr/>
    </dgm:pt>
    <dgm:pt modelId="{260A01B8-B49C-4A98-928D-AB5BDED86670}" type="pres">
      <dgm:prSet presAssocID="{99184CB3-39FA-4396-B0D5-F25F8CA320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1F90FD3-0574-452B-8C95-79C606CA868C}" type="pres">
      <dgm:prSet presAssocID="{99184CB3-39FA-4396-B0D5-F25F8CA3207D}" presName="spaceRect" presStyleCnt="0"/>
      <dgm:spPr/>
    </dgm:pt>
    <dgm:pt modelId="{E4D1E6D4-272D-41AA-BFF1-0172799F9E7B}" type="pres">
      <dgm:prSet presAssocID="{99184CB3-39FA-4396-B0D5-F25F8CA3207D}" presName="textRect" presStyleLbl="revTx" presStyleIdx="0" presStyleCnt="2">
        <dgm:presLayoutVars>
          <dgm:chMax val="1"/>
          <dgm:chPref val="1"/>
        </dgm:presLayoutVars>
      </dgm:prSet>
      <dgm:spPr/>
    </dgm:pt>
    <dgm:pt modelId="{C57284E0-69CA-416D-B606-BA4D0097A9BB}" type="pres">
      <dgm:prSet presAssocID="{E7D582D5-1F61-4B0B-BF7F-65D02DF806D6}" presName="sibTrans" presStyleCnt="0"/>
      <dgm:spPr/>
    </dgm:pt>
    <dgm:pt modelId="{636E25D2-5778-4E8F-9D07-E8D73582ECC2}" type="pres">
      <dgm:prSet presAssocID="{60EB825B-511B-4314-B6BE-C52CE9AE8D43}" presName="compNode" presStyleCnt="0"/>
      <dgm:spPr/>
    </dgm:pt>
    <dgm:pt modelId="{8DE3E127-B94D-4071-ACFE-52DAE8DC08EE}" type="pres">
      <dgm:prSet presAssocID="{60EB825B-511B-4314-B6BE-C52CE9AE8D43}" presName="iconBgRect" presStyleLbl="bgShp" presStyleIdx="1" presStyleCnt="2"/>
      <dgm:spPr/>
    </dgm:pt>
    <dgm:pt modelId="{D1BE748C-12CF-4483-BE7B-8304D4D11AC9}" type="pres">
      <dgm:prSet presAssocID="{60EB825B-511B-4314-B6BE-C52CE9AE8D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C5B67D65-8AA4-4809-9CA7-3A165FC61229}" type="pres">
      <dgm:prSet presAssocID="{60EB825B-511B-4314-B6BE-C52CE9AE8D43}" presName="spaceRect" presStyleCnt="0"/>
      <dgm:spPr/>
    </dgm:pt>
    <dgm:pt modelId="{A3A122BA-EF47-4A0C-8319-35404D641836}" type="pres">
      <dgm:prSet presAssocID="{60EB825B-511B-4314-B6BE-C52CE9AE8D4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14ABE33-CBE8-4AF3-9560-AC4FAF15301F}" srcId="{91DBF1D0-B763-4768-9D57-FFE3C26AF55A}" destId="{60EB825B-511B-4314-B6BE-C52CE9AE8D43}" srcOrd="1" destOrd="0" parTransId="{AEC2B8AD-6CEA-4E89-A84C-468331DC0D12}" sibTransId="{1D766C3A-21A0-4D23-ACED-667E7F17A9F1}"/>
    <dgm:cxn modelId="{A0186563-DFDA-41EE-B597-92D05442C378}" type="presOf" srcId="{60EB825B-511B-4314-B6BE-C52CE9AE8D43}" destId="{A3A122BA-EF47-4A0C-8319-35404D641836}" srcOrd="0" destOrd="0" presId="urn:microsoft.com/office/officeart/2018/5/layout/IconCircleLabelList"/>
    <dgm:cxn modelId="{1E1EBF90-CA97-4FDF-BF7A-143E9FC18D92}" type="presOf" srcId="{91DBF1D0-B763-4768-9D57-FFE3C26AF55A}" destId="{590570F3-B52A-4433-93F1-F5E96A5767EC}" srcOrd="0" destOrd="0" presId="urn:microsoft.com/office/officeart/2018/5/layout/IconCircleLabelList"/>
    <dgm:cxn modelId="{236F1FBF-5305-4DA6-980E-90EFD6654588}" type="presOf" srcId="{99184CB3-39FA-4396-B0D5-F25F8CA3207D}" destId="{E4D1E6D4-272D-41AA-BFF1-0172799F9E7B}" srcOrd="0" destOrd="0" presId="urn:microsoft.com/office/officeart/2018/5/layout/IconCircleLabelList"/>
    <dgm:cxn modelId="{CD6D52E0-9F13-4CB7-91FC-780D1BAA4FDF}" srcId="{91DBF1D0-B763-4768-9D57-FFE3C26AF55A}" destId="{99184CB3-39FA-4396-B0D5-F25F8CA3207D}" srcOrd="0" destOrd="0" parTransId="{819B6604-0101-4553-9F74-5A917E4CCBD2}" sibTransId="{E7D582D5-1F61-4B0B-BF7F-65D02DF806D6}"/>
    <dgm:cxn modelId="{42AA9DC5-E7A4-46EF-B319-8C7DD9050C91}" type="presParOf" srcId="{590570F3-B52A-4433-93F1-F5E96A5767EC}" destId="{EE79CC19-C6C2-4B9E-A364-D8774E5A14BF}" srcOrd="0" destOrd="0" presId="urn:microsoft.com/office/officeart/2018/5/layout/IconCircleLabelList"/>
    <dgm:cxn modelId="{31915EF1-A6AF-4B9D-A26A-66B940F7200B}" type="presParOf" srcId="{EE79CC19-C6C2-4B9E-A364-D8774E5A14BF}" destId="{96BE6E2E-3D43-41D3-A8E9-522383727CB6}" srcOrd="0" destOrd="0" presId="urn:microsoft.com/office/officeart/2018/5/layout/IconCircleLabelList"/>
    <dgm:cxn modelId="{EA9E8657-26FB-4760-A5A6-4D2DC07EDFE5}" type="presParOf" srcId="{EE79CC19-C6C2-4B9E-A364-D8774E5A14BF}" destId="{260A01B8-B49C-4A98-928D-AB5BDED86670}" srcOrd="1" destOrd="0" presId="urn:microsoft.com/office/officeart/2018/5/layout/IconCircleLabelList"/>
    <dgm:cxn modelId="{C6679B8D-E1C3-41DE-9509-9185770E0848}" type="presParOf" srcId="{EE79CC19-C6C2-4B9E-A364-D8774E5A14BF}" destId="{21F90FD3-0574-452B-8C95-79C606CA868C}" srcOrd="2" destOrd="0" presId="urn:microsoft.com/office/officeart/2018/5/layout/IconCircleLabelList"/>
    <dgm:cxn modelId="{21F28C8E-0136-4A02-AB6C-06FC6C8B470E}" type="presParOf" srcId="{EE79CC19-C6C2-4B9E-A364-D8774E5A14BF}" destId="{E4D1E6D4-272D-41AA-BFF1-0172799F9E7B}" srcOrd="3" destOrd="0" presId="urn:microsoft.com/office/officeart/2018/5/layout/IconCircleLabelList"/>
    <dgm:cxn modelId="{C6504516-8C9D-4F1F-8AA4-07E1E25E37D8}" type="presParOf" srcId="{590570F3-B52A-4433-93F1-F5E96A5767EC}" destId="{C57284E0-69CA-416D-B606-BA4D0097A9BB}" srcOrd="1" destOrd="0" presId="urn:microsoft.com/office/officeart/2018/5/layout/IconCircleLabelList"/>
    <dgm:cxn modelId="{EF468076-E6A9-4A31-8749-3ED8F7F7F006}" type="presParOf" srcId="{590570F3-B52A-4433-93F1-F5E96A5767EC}" destId="{636E25D2-5778-4E8F-9D07-E8D73582ECC2}" srcOrd="2" destOrd="0" presId="urn:microsoft.com/office/officeart/2018/5/layout/IconCircleLabelList"/>
    <dgm:cxn modelId="{95A103A9-4552-4AF9-A1A8-32304127DF9D}" type="presParOf" srcId="{636E25D2-5778-4E8F-9D07-E8D73582ECC2}" destId="{8DE3E127-B94D-4071-ACFE-52DAE8DC08EE}" srcOrd="0" destOrd="0" presId="urn:microsoft.com/office/officeart/2018/5/layout/IconCircleLabelList"/>
    <dgm:cxn modelId="{650DDCD7-288D-4B70-949A-2D5BA7321DB8}" type="presParOf" srcId="{636E25D2-5778-4E8F-9D07-E8D73582ECC2}" destId="{D1BE748C-12CF-4483-BE7B-8304D4D11AC9}" srcOrd="1" destOrd="0" presId="urn:microsoft.com/office/officeart/2018/5/layout/IconCircleLabelList"/>
    <dgm:cxn modelId="{1EDDBC2F-39CC-4DAB-AED8-D6939256D322}" type="presParOf" srcId="{636E25D2-5778-4E8F-9D07-E8D73582ECC2}" destId="{C5B67D65-8AA4-4809-9CA7-3A165FC61229}" srcOrd="2" destOrd="0" presId="urn:microsoft.com/office/officeart/2018/5/layout/IconCircleLabelList"/>
    <dgm:cxn modelId="{94103025-7D8C-4910-98C0-ED61B6E08C6C}" type="presParOf" srcId="{636E25D2-5778-4E8F-9D07-E8D73582ECC2}" destId="{A3A122BA-EF47-4A0C-8319-35404D6418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779960-5062-42B5-9421-1EA750C7591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B9948AB-9F2B-4476-9C2C-C3E70EC59EF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Binance Testnet mimics the live trading environment of Binance but uses virtual funds.</a:t>
          </a:r>
        </a:p>
      </dgm:t>
    </dgm:pt>
    <dgm:pt modelId="{9AD38666-BA5F-45D8-946E-7687FAFEDFBC}" type="parTrans" cxnId="{F18687B8-C141-4599-9DBF-CDA7D925453F}">
      <dgm:prSet/>
      <dgm:spPr/>
      <dgm:t>
        <a:bodyPr/>
        <a:lstStyle/>
        <a:p>
          <a:endParaRPr lang="en-US"/>
        </a:p>
      </dgm:t>
    </dgm:pt>
    <dgm:pt modelId="{43DBC69E-643D-4D7D-8393-0F2F1478DD55}" type="sibTrans" cxnId="{F18687B8-C141-4599-9DBF-CDA7D925453F}">
      <dgm:prSet/>
      <dgm:spPr/>
      <dgm:t>
        <a:bodyPr/>
        <a:lstStyle/>
        <a:p>
          <a:endParaRPr lang="en-US"/>
        </a:p>
      </dgm:t>
    </dgm:pt>
    <dgm:pt modelId="{20BDDB7C-380D-4BBA-ACDC-358A4FB2BFC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It's ideal for testing trading strategies and algorithms safely.</a:t>
          </a:r>
        </a:p>
      </dgm:t>
    </dgm:pt>
    <dgm:pt modelId="{D2D040F3-CE98-409F-B22C-30B433509A96}" type="parTrans" cxnId="{4F579C6A-4727-43BA-AA44-F92E5BB44690}">
      <dgm:prSet/>
      <dgm:spPr/>
      <dgm:t>
        <a:bodyPr/>
        <a:lstStyle/>
        <a:p>
          <a:endParaRPr lang="en-US"/>
        </a:p>
      </dgm:t>
    </dgm:pt>
    <dgm:pt modelId="{9F7CEE56-D76D-4B36-954C-79C77BB1F9C7}" type="sibTrans" cxnId="{4F579C6A-4727-43BA-AA44-F92E5BB44690}">
      <dgm:prSet/>
      <dgm:spPr/>
      <dgm:t>
        <a:bodyPr/>
        <a:lstStyle/>
        <a:p>
          <a:endParaRPr lang="en-US"/>
        </a:p>
      </dgm:t>
    </dgm:pt>
    <dgm:pt modelId="{AA791E8F-736F-47AB-AE29-26D8004BB814}" type="pres">
      <dgm:prSet presAssocID="{DF779960-5062-42B5-9421-1EA750C75918}" presName="root" presStyleCnt="0">
        <dgm:presLayoutVars>
          <dgm:dir/>
          <dgm:resizeHandles val="exact"/>
        </dgm:presLayoutVars>
      </dgm:prSet>
      <dgm:spPr/>
    </dgm:pt>
    <dgm:pt modelId="{6E87DDB6-F51A-49C3-AFE1-1FD8E69ADFC5}" type="pres">
      <dgm:prSet presAssocID="{8B9948AB-9F2B-4476-9C2C-C3E70EC59EFB}" presName="compNode" presStyleCnt="0"/>
      <dgm:spPr/>
    </dgm:pt>
    <dgm:pt modelId="{AD5C96EA-5B0A-42E4-B3EC-01D13EDB826E}" type="pres">
      <dgm:prSet presAssocID="{8B9948AB-9F2B-4476-9C2C-C3E70EC59EFB}" presName="iconBgRect" presStyleLbl="bgShp" presStyleIdx="0" presStyleCnt="2"/>
      <dgm:spPr/>
    </dgm:pt>
    <dgm:pt modelId="{3234ACE0-1C62-4D07-B157-3B610DC07212}" type="pres">
      <dgm:prSet presAssocID="{8B9948AB-9F2B-4476-9C2C-C3E70EC59EF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538417B-A521-4418-B173-409D73A5AEC4}" type="pres">
      <dgm:prSet presAssocID="{8B9948AB-9F2B-4476-9C2C-C3E70EC59EFB}" presName="spaceRect" presStyleCnt="0"/>
      <dgm:spPr/>
    </dgm:pt>
    <dgm:pt modelId="{0EB27226-C2C7-4353-8A2A-C647DB3C888A}" type="pres">
      <dgm:prSet presAssocID="{8B9948AB-9F2B-4476-9C2C-C3E70EC59EFB}" presName="textRect" presStyleLbl="revTx" presStyleIdx="0" presStyleCnt="2">
        <dgm:presLayoutVars>
          <dgm:chMax val="1"/>
          <dgm:chPref val="1"/>
        </dgm:presLayoutVars>
      </dgm:prSet>
      <dgm:spPr/>
    </dgm:pt>
    <dgm:pt modelId="{C55DC013-0785-4368-8E79-AD56F9063EC2}" type="pres">
      <dgm:prSet presAssocID="{43DBC69E-643D-4D7D-8393-0F2F1478DD55}" presName="sibTrans" presStyleCnt="0"/>
      <dgm:spPr/>
    </dgm:pt>
    <dgm:pt modelId="{30785FBD-98AC-4744-AAB1-8319515DA9AD}" type="pres">
      <dgm:prSet presAssocID="{20BDDB7C-380D-4BBA-ACDC-358A4FB2BFCD}" presName="compNode" presStyleCnt="0"/>
      <dgm:spPr/>
    </dgm:pt>
    <dgm:pt modelId="{3E7B746C-ED45-4A2E-958D-592775A2263C}" type="pres">
      <dgm:prSet presAssocID="{20BDDB7C-380D-4BBA-ACDC-358A4FB2BFCD}" presName="iconBgRect" presStyleLbl="bgShp" presStyleIdx="1" presStyleCnt="2"/>
      <dgm:spPr/>
    </dgm:pt>
    <dgm:pt modelId="{C41603DA-D29A-48B5-BCC3-06683CE30BF1}" type="pres">
      <dgm:prSet presAssocID="{20BDDB7C-380D-4BBA-ACDC-358A4FB2BFC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942513B-F121-40C3-8351-2448AAC27EB2}" type="pres">
      <dgm:prSet presAssocID="{20BDDB7C-380D-4BBA-ACDC-358A4FB2BFCD}" presName="spaceRect" presStyleCnt="0"/>
      <dgm:spPr/>
    </dgm:pt>
    <dgm:pt modelId="{3937F66F-DF9B-40DE-91B2-C1D1416C2862}" type="pres">
      <dgm:prSet presAssocID="{20BDDB7C-380D-4BBA-ACDC-358A4FB2BFC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F579C6A-4727-43BA-AA44-F92E5BB44690}" srcId="{DF779960-5062-42B5-9421-1EA750C75918}" destId="{20BDDB7C-380D-4BBA-ACDC-358A4FB2BFCD}" srcOrd="1" destOrd="0" parTransId="{D2D040F3-CE98-409F-B22C-30B433509A96}" sibTransId="{9F7CEE56-D76D-4B36-954C-79C77BB1F9C7}"/>
    <dgm:cxn modelId="{5EB4E54E-C5A8-4B73-8938-0071BB252BD5}" type="presOf" srcId="{DF779960-5062-42B5-9421-1EA750C75918}" destId="{AA791E8F-736F-47AB-AE29-26D8004BB814}" srcOrd="0" destOrd="0" presId="urn:microsoft.com/office/officeart/2018/5/layout/IconCircleLabelList"/>
    <dgm:cxn modelId="{A15FEF97-072E-405E-A522-D42C628D9634}" type="presOf" srcId="{20BDDB7C-380D-4BBA-ACDC-358A4FB2BFCD}" destId="{3937F66F-DF9B-40DE-91B2-C1D1416C2862}" srcOrd="0" destOrd="0" presId="urn:microsoft.com/office/officeart/2018/5/layout/IconCircleLabelList"/>
    <dgm:cxn modelId="{F18687B8-C141-4599-9DBF-CDA7D925453F}" srcId="{DF779960-5062-42B5-9421-1EA750C75918}" destId="{8B9948AB-9F2B-4476-9C2C-C3E70EC59EFB}" srcOrd="0" destOrd="0" parTransId="{9AD38666-BA5F-45D8-946E-7687FAFEDFBC}" sibTransId="{43DBC69E-643D-4D7D-8393-0F2F1478DD55}"/>
    <dgm:cxn modelId="{C3A1DCDE-5732-4874-AF36-B87CF9F2680E}" type="presOf" srcId="{8B9948AB-9F2B-4476-9C2C-C3E70EC59EFB}" destId="{0EB27226-C2C7-4353-8A2A-C647DB3C888A}" srcOrd="0" destOrd="0" presId="urn:microsoft.com/office/officeart/2018/5/layout/IconCircleLabelList"/>
    <dgm:cxn modelId="{1AE9B38D-C406-4F7D-ACD0-689775CC93C8}" type="presParOf" srcId="{AA791E8F-736F-47AB-AE29-26D8004BB814}" destId="{6E87DDB6-F51A-49C3-AFE1-1FD8E69ADFC5}" srcOrd="0" destOrd="0" presId="urn:microsoft.com/office/officeart/2018/5/layout/IconCircleLabelList"/>
    <dgm:cxn modelId="{8E85A12F-B640-456D-B777-1CF5643683C9}" type="presParOf" srcId="{6E87DDB6-F51A-49C3-AFE1-1FD8E69ADFC5}" destId="{AD5C96EA-5B0A-42E4-B3EC-01D13EDB826E}" srcOrd="0" destOrd="0" presId="urn:microsoft.com/office/officeart/2018/5/layout/IconCircleLabelList"/>
    <dgm:cxn modelId="{E1AEA9C5-A387-4D30-A080-AEB8C1A52ABC}" type="presParOf" srcId="{6E87DDB6-F51A-49C3-AFE1-1FD8E69ADFC5}" destId="{3234ACE0-1C62-4D07-B157-3B610DC07212}" srcOrd="1" destOrd="0" presId="urn:microsoft.com/office/officeart/2018/5/layout/IconCircleLabelList"/>
    <dgm:cxn modelId="{A1FCFE04-D9B9-4A93-A490-52108407468A}" type="presParOf" srcId="{6E87DDB6-F51A-49C3-AFE1-1FD8E69ADFC5}" destId="{4538417B-A521-4418-B173-409D73A5AEC4}" srcOrd="2" destOrd="0" presId="urn:microsoft.com/office/officeart/2018/5/layout/IconCircleLabelList"/>
    <dgm:cxn modelId="{EAE7584D-3CD6-4C05-9F5D-3D4181013859}" type="presParOf" srcId="{6E87DDB6-F51A-49C3-AFE1-1FD8E69ADFC5}" destId="{0EB27226-C2C7-4353-8A2A-C647DB3C888A}" srcOrd="3" destOrd="0" presId="urn:microsoft.com/office/officeart/2018/5/layout/IconCircleLabelList"/>
    <dgm:cxn modelId="{0463EB57-CF55-4246-A111-28D7179C5D0A}" type="presParOf" srcId="{AA791E8F-736F-47AB-AE29-26D8004BB814}" destId="{C55DC013-0785-4368-8E79-AD56F9063EC2}" srcOrd="1" destOrd="0" presId="urn:microsoft.com/office/officeart/2018/5/layout/IconCircleLabelList"/>
    <dgm:cxn modelId="{491E1992-7B95-4079-99D9-09ED6915C67E}" type="presParOf" srcId="{AA791E8F-736F-47AB-AE29-26D8004BB814}" destId="{30785FBD-98AC-4744-AAB1-8319515DA9AD}" srcOrd="2" destOrd="0" presId="urn:microsoft.com/office/officeart/2018/5/layout/IconCircleLabelList"/>
    <dgm:cxn modelId="{1AD15FC2-BECC-43C6-BA6D-503A6C62E386}" type="presParOf" srcId="{30785FBD-98AC-4744-AAB1-8319515DA9AD}" destId="{3E7B746C-ED45-4A2E-958D-592775A2263C}" srcOrd="0" destOrd="0" presId="urn:microsoft.com/office/officeart/2018/5/layout/IconCircleLabelList"/>
    <dgm:cxn modelId="{BBA993D6-904D-4656-BB77-9E34B9974EF9}" type="presParOf" srcId="{30785FBD-98AC-4744-AAB1-8319515DA9AD}" destId="{C41603DA-D29A-48B5-BCC3-06683CE30BF1}" srcOrd="1" destOrd="0" presId="urn:microsoft.com/office/officeart/2018/5/layout/IconCircleLabelList"/>
    <dgm:cxn modelId="{D7E84FE1-D54F-4F67-9AF1-58E37C3F297B}" type="presParOf" srcId="{30785FBD-98AC-4744-AAB1-8319515DA9AD}" destId="{A942513B-F121-40C3-8351-2448AAC27EB2}" srcOrd="2" destOrd="0" presId="urn:microsoft.com/office/officeart/2018/5/layout/IconCircleLabelList"/>
    <dgm:cxn modelId="{792DE36C-9612-4611-8BAE-1812ABD06F00}" type="presParOf" srcId="{30785FBD-98AC-4744-AAB1-8319515DA9AD}" destId="{3937F66F-DF9B-40DE-91B2-C1D1416C286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92B308-A7B2-4DBF-B895-EC70C1B6D66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83FEEC-8404-40C8-A0EC-C3CB987FE3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Frame: 1 Minute</a:t>
          </a:r>
        </a:p>
      </dgm:t>
    </dgm:pt>
    <dgm:pt modelId="{5C5041FA-DB0B-4E81-B406-4CD5F91D2601}" type="parTrans" cxnId="{FF251690-CE6E-41BA-8520-1D2DFB85982C}">
      <dgm:prSet/>
      <dgm:spPr/>
      <dgm:t>
        <a:bodyPr/>
        <a:lstStyle/>
        <a:p>
          <a:endParaRPr lang="en-US"/>
        </a:p>
      </dgm:t>
    </dgm:pt>
    <dgm:pt modelId="{E37D27D7-C24A-4B89-869C-6E25466CC2F6}" type="sibTrans" cxnId="{FF251690-CE6E-41BA-8520-1D2DFB85982C}">
      <dgm:prSet/>
      <dgm:spPr/>
      <dgm:t>
        <a:bodyPr/>
        <a:lstStyle/>
        <a:p>
          <a:endParaRPr lang="en-US"/>
        </a:p>
      </dgm:t>
    </dgm:pt>
    <dgm:pt modelId="{6990546A-058B-459E-8457-C6967F8767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Horizon: From 1st January 2020 to the current time.</a:t>
          </a:r>
        </a:p>
      </dgm:t>
    </dgm:pt>
    <dgm:pt modelId="{5867D79D-01B9-48E3-9956-3AFBDAA84A19}" type="parTrans" cxnId="{75B52964-8702-482C-90BE-24BC79A8D134}">
      <dgm:prSet/>
      <dgm:spPr/>
      <dgm:t>
        <a:bodyPr/>
        <a:lstStyle/>
        <a:p>
          <a:endParaRPr lang="en-US"/>
        </a:p>
      </dgm:t>
    </dgm:pt>
    <dgm:pt modelId="{11B3D4D1-7A82-4E7F-B386-BE9B1C3C4B0C}" type="sibTrans" cxnId="{75B52964-8702-482C-90BE-24BC79A8D134}">
      <dgm:prSet/>
      <dgm:spPr/>
      <dgm:t>
        <a:bodyPr/>
        <a:lstStyle/>
        <a:p>
          <a:endParaRPr lang="en-US"/>
        </a:p>
      </dgm:t>
    </dgm:pt>
    <dgm:pt modelId="{75A67109-F2A0-4901-B062-51BCFD2AC9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Currency: BTCUSDT (Bitcoin to USDT).</a:t>
          </a:r>
        </a:p>
      </dgm:t>
    </dgm:pt>
    <dgm:pt modelId="{C3F1E86E-C603-4890-90A2-92C196980C94}" type="parTrans" cxnId="{EA3083B7-3799-4B01-B35A-F0D352C13CAE}">
      <dgm:prSet/>
      <dgm:spPr/>
      <dgm:t>
        <a:bodyPr/>
        <a:lstStyle/>
        <a:p>
          <a:endParaRPr lang="en-US"/>
        </a:p>
      </dgm:t>
    </dgm:pt>
    <dgm:pt modelId="{82411142-F997-45CB-86A5-863F2B5196CE}" type="sibTrans" cxnId="{EA3083B7-3799-4B01-B35A-F0D352C13CAE}">
      <dgm:prSet/>
      <dgm:spPr/>
      <dgm:t>
        <a:bodyPr/>
        <a:lstStyle/>
        <a:p>
          <a:endParaRPr lang="en-US"/>
        </a:p>
      </dgm:t>
    </dgm:pt>
    <dgm:pt modelId="{F21D56A6-7B4C-4BDD-8A58-A21FD1D49F0C}" type="pres">
      <dgm:prSet presAssocID="{F992B308-A7B2-4DBF-B895-EC70C1B6D66D}" presName="outerComposite" presStyleCnt="0">
        <dgm:presLayoutVars>
          <dgm:chMax val="5"/>
          <dgm:dir/>
          <dgm:resizeHandles val="exact"/>
        </dgm:presLayoutVars>
      </dgm:prSet>
      <dgm:spPr/>
    </dgm:pt>
    <dgm:pt modelId="{6C51E3F8-D901-4FE6-B963-A1DCF32BBFC2}" type="pres">
      <dgm:prSet presAssocID="{F992B308-A7B2-4DBF-B895-EC70C1B6D66D}" presName="dummyMaxCanvas" presStyleCnt="0">
        <dgm:presLayoutVars/>
      </dgm:prSet>
      <dgm:spPr/>
    </dgm:pt>
    <dgm:pt modelId="{90A1F31F-4F93-4289-8BF0-3B7516079E3F}" type="pres">
      <dgm:prSet presAssocID="{F992B308-A7B2-4DBF-B895-EC70C1B6D66D}" presName="ThreeNodes_1" presStyleLbl="node1" presStyleIdx="0" presStyleCnt="3">
        <dgm:presLayoutVars>
          <dgm:bulletEnabled val="1"/>
        </dgm:presLayoutVars>
      </dgm:prSet>
      <dgm:spPr/>
    </dgm:pt>
    <dgm:pt modelId="{32EC51CB-9643-4020-ACA8-9333EDCB2CE8}" type="pres">
      <dgm:prSet presAssocID="{F992B308-A7B2-4DBF-B895-EC70C1B6D66D}" presName="ThreeNodes_2" presStyleLbl="node1" presStyleIdx="1" presStyleCnt="3">
        <dgm:presLayoutVars>
          <dgm:bulletEnabled val="1"/>
        </dgm:presLayoutVars>
      </dgm:prSet>
      <dgm:spPr/>
    </dgm:pt>
    <dgm:pt modelId="{EF2746AE-973C-46A2-946A-E1B2BEFF6647}" type="pres">
      <dgm:prSet presAssocID="{F992B308-A7B2-4DBF-B895-EC70C1B6D66D}" presName="ThreeNodes_3" presStyleLbl="node1" presStyleIdx="2" presStyleCnt="3">
        <dgm:presLayoutVars>
          <dgm:bulletEnabled val="1"/>
        </dgm:presLayoutVars>
      </dgm:prSet>
      <dgm:spPr/>
    </dgm:pt>
    <dgm:pt modelId="{0352BE51-9748-4853-B2B2-B6092F4D4EFE}" type="pres">
      <dgm:prSet presAssocID="{F992B308-A7B2-4DBF-B895-EC70C1B6D66D}" presName="ThreeConn_1-2" presStyleLbl="fgAccFollowNode1" presStyleIdx="0" presStyleCnt="2">
        <dgm:presLayoutVars>
          <dgm:bulletEnabled val="1"/>
        </dgm:presLayoutVars>
      </dgm:prSet>
      <dgm:spPr/>
    </dgm:pt>
    <dgm:pt modelId="{D8C37E14-AF20-4A0E-ABD2-488E0E76A205}" type="pres">
      <dgm:prSet presAssocID="{F992B308-A7B2-4DBF-B895-EC70C1B6D66D}" presName="ThreeConn_2-3" presStyleLbl="fgAccFollowNode1" presStyleIdx="1" presStyleCnt="2">
        <dgm:presLayoutVars>
          <dgm:bulletEnabled val="1"/>
        </dgm:presLayoutVars>
      </dgm:prSet>
      <dgm:spPr/>
    </dgm:pt>
    <dgm:pt modelId="{1A625F57-D337-458F-A274-8A4A8000A008}" type="pres">
      <dgm:prSet presAssocID="{F992B308-A7B2-4DBF-B895-EC70C1B6D66D}" presName="ThreeNodes_1_text" presStyleLbl="node1" presStyleIdx="2" presStyleCnt="3">
        <dgm:presLayoutVars>
          <dgm:bulletEnabled val="1"/>
        </dgm:presLayoutVars>
      </dgm:prSet>
      <dgm:spPr/>
    </dgm:pt>
    <dgm:pt modelId="{49F3CA82-E030-46DD-9676-6FAA011B960C}" type="pres">
      <dgm:prSet presAssocID="{F992B308-A7B2-4DBF-B895-EC70C1B6D66D}" presName="ThreeNodes_2_text" presStyleLbl="node1" presStyleIdx="2" presStyleCnt="3">
        <dgm:presLayoutVars>
          <dgm:bulletEnabled val="1"/>
        </dgm:presLayoutVars>
      </dgm:prSet>
      <dgm:spPr/>
    </dgm:pt>
    <dgm:pt modelId="{E671310E-1934-4117-B025-6460E3D57612}" type="pres">
      <dgm:prSet presAssocID="{F992B308-A7B2-4DBF-B895-EC70C1B6D66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B98A811-9D5B-4649-AC21-FB26440B6E00}" type="presOf" srcId="{3183FEEC-8404-40C8-A0EC-C3CB987FE3A8}" destId="{90A1F31F-4F93-4289-8BF0-3B7516079E3F}" srcOrd="0" destOrd="0" presId="urn:microsoft.com/office/officeart/2005/8/layout/vProcess5"/>
    <dgm:cxn modelId="{07ED9263-15CC-405F-B06B-020661FDCCE1}" type="presOf" srcId="{3183FEEC-8404-40C8-A0EC-C3CB987FE3A8}" destId="{1A625F57-D337-458F-A274-8A4A8000A008}" srcOrd="1" destOrd="0" presId="urn:microsoft.com/office/officeart/2005/8/layout/vProcess5"/>
    <dgm:cxn modelId="{75B52964-8702-482C-90BE-24BC79A8D134}" srcId="{F992B308-A7B2-4DBF-B895-EC70C1B6D66D}" destId="{6990546A-058B-459E-8457-C6967F876718}" srcOrd="1" destOrd="0" parTransId="{5867D79D-01B9-48E3-9956-3AFBDAA84A19}" sibTransId="{11B3D4D1-7A82-4E7F-B386-BE9B1C3C4B0C}"/>
    <dgm:cxn modelId="{E1537D4C-60EF-43FE-B79F-CBDE19068B42}" type="presOf" srcId="{75A67109-F2A0-4901-B062-51BCFD2AC9B8}" destId="{E671310E-1934-4117-B025-6460E3D57612}" srcOrd="1" destOrd="0" presId="urn:microsoft.com/office/officeart/2005/8/layout/vProcess5"/>
    <dgm:cxn modelId="{E867DF77-8C7F-4068-9C3E-0570F01E629E}" type="presOf" srcId="{6990546A-058B-459E-8457-C6967F876718}" destId="{49F3CA82-E030-46DD-9676-6FAA011B960C}" srcOrd="1" destOrd="0" presId="urn:microsoft.com/office/officeart/2005/8/layout/vProcess5"/>
    <dgm:cxn modelId="{FF251690-CE6E-41BA-8520-1D2DFB85982C}" srcId="{F992B308-A7B2-4DBF-B895-EC70C1B6D66D}" destId="{3183FEEC-8404-40C8-A0EC-C3CB987FE3A8}" srcOrd="0" destOrd="0" parTransId="{5C5041FA-DB0B-4E81-B406-4CD5F91D2601}" sibTransId="{E37D27D7-C24A-4B89-869C-6E25466CC2F6}"/>
    <dgm:cxn modelId="{E7AD8794-44B8-463D-B63A-F5F0E019FAD2}" type="presOf" srcId="{6990546A-058B-459E-8457-C6967F876718}" destId="{32EC51CB-9643-4020-ACA8-9333EDCB2CE8}" srcOrd="0" destOrd="0" presId="urn:microsoft.com/office/officeart/2005/8/layout/vProcess5"/>
    <dgm:cxn modelId="{FF9E2F96-FABE-47C0-B279-A990BE404B65}" type="presOf" srcId="{F992B308-A7B2-4DBF-B895-EC70C1B6D66D}" destId="{F21D56A6-7B4C-4BDD-8A58-A21FD1D49F0C}" srcOrd="0" destOrd="0" presId="urn:microsoft.com/office/officeart/2005/8/layout/vProcess5"/>
    <dgm:cxn modelId="{16975EAC-D6B6-46EF-B6D4-86562941FB84}" type="presOf" srcId="{75A67109-F2A0-4901-B062-51BCFD2AC9B8}" destId="{EF2746AE-973C-46A2-946A-E1B2BEFF6647}" srcOrd="0" destOrd="0" presId="urn:microsoft.com/office/officeart/2005/8/layout/vProcess5"/>
    <dgm:cxn modelId="{7A2390AF-B40A-42E4-A6A3-26CB73ED0ACB}" type="presOf" srcId="{11B3D4D1-7A82-4E7F-B386-BE9B1C3C4B0C}" destId="{D8C37E14-AF20-4A0E-ABD2-488E0E76A205}" srcOrd="0" destOrd="0" presId="urn:microsoft.com/office/officeart/2005/8/layout/vProcess5"/>
    <dgm:cxn modelId="{EA3083B7-3799-4B01-B35A-F0D352C13CAE}" srcId="{F992B308-A7B2-4DBF-B895-EC70C1B6D66D}" destId="{75A67109-F2A0-4901-B062-51BCFD2AC9B8}" srcOrd="2" destOrd="0" parTransId="{C3F1E86E-C603-4890-90A2-92C196980C94}" sibTransId="{82411142-F997-45CB-86A5-863F2B5196CE}"/>
    <dgm:cxn modelId="{F0A196D0-745B-45C8-99D3-1ECF030DEE9B}" type="presOf" srcId="{E37D27D7-C24A-4B89-869C-6E25466CC2F6}" destId="{0352BE51-9748-4853-B2B2-B6092F4D4EFE}" srcOrd="0" destOrd="0" presId="urn:microsoft.com/office/officeart/2005/8/layout/vProcess5"/>
    <dgm:cxn modelId="{4BB47A40-87D3-45E0-B369-91D012469798}" type="presParOf" srcId="{F21D56A6-7B4C-4BDD-8A58-A21FD1D49F0C}" destId="{6C51E3F8-D901-4FE6-B963-A1DCF32BBFC2}" srcOrd="0" destOrd="0" presId="urn:microsoft.com/office/officeart/2005/8/layout/vProcess5"/>
    <dgm:cxn modelId="{079404A3-8D61-43A6-A1FF-5A869215260B}" type="presParOf" srcId="{F21D56A6-7B4C-4BDD-8A58-A21FD1D49F0C}" destId="{90A1F31F-4F93-4289-8BF0-3B7516079E3F}" srcOrd="1" destOrd="0" presId="urn:microsoft.com/office/officeart/2005/8/layout/vProcess5"/>
    <dgm:cxn modelId="{6D3B5CBF-ABF1-4BB1-B12E-C0F139C0C30D}" type="presParOf" srcId="{F21D56A6-7B4C-4BDD-8A58-A21FD1D49F0C}" destId="{32EC51CB-9643-4020-ACA8-9333EDCB2CE8}" srcOrd="2" destOrd="0" presId="urn:microsoft.com/office/officeart/2005/8/layout/vProcess5"/>
    <dgm:cxn modelId="{5CBC786C-D8CC-4D8B-A49D-BB5186820A19}" type="presParOf" srcId="{F21D56A6-7B4C-4BDD-8A58-A21FD1D49F0C}" destId="{EF2746AE-973C-46A2-946A-E1B2BEFF6647}" srcOrd="3" destOrd="0" presId="urn:microsoft.com/office/officeart/2005/8/layout/vProcess5"/>
    <dgm:cxn modelId="{5A810AC0-5128-497B-962B-8665BCD1511B}" type="presParOf" srcId="{F21D56A6-7B4C-4BDD-8A58-A21FD1D49F0C}" destId="{0352BE51-9748-4853-B2B2-B6092F4D4EFE}" srcOrd="4" destOrd="0" presId="urn:microsoft.com/office/officeart/2005/8/layout/vProcess5"/>
    <dgm:cxn modelId="{34B00D26-1729-4985-A5D7-A2978B4805F2}" type="presParOf" srcId="{F21D56A6-7B4C-4BDD-8A58-A21FD1D49F0C}" destId="{D8C37E14-AF20-4A0E-ABD2-488E0E76A205}" srcOrd="5" destOrd="0" presId="urn:microsoft.com/office/officeart/2005/8/layout/vProcess5"/>
    <dgm:cxn modelId="{D3CCABEC-6E9A-4E10-922A-63D23F321F71}" type="presParOf" srcId="{F21D56A6-7B4C-4BDD-8A58-A21FD1D49F0C}" destId="{1A625F57-D337-458F-A274-8A4A8000A008}" srcOrd="6" destOrd="0" presId="urn:microsoft.com/office/officeart/2005/8/layout/vProcess5"/>
    <dgm:cxn modelId="{186B36B6-CD02-4677-936B-BA4C74535130}" type="presParOf" srcId="{F21D56A6-7B4C-4BDD-8A58-A21FD1D49F0C}" destId="{49F3CA82-E030-46DD-9676-6FAA011B960C}" srcOrd="7" destOrd="0" presId="urn:microsoft.com/office/officeart/2005/8/layout/vProcess5"/>
    <dgm:cxn modelId="{107CCECB-91CC-4777-A7B1-0C1E7D8E1AC1}" type="presParOf" srcId="{F21D56A6-7B4C-4BDD-8A58-A21FD1D49F0C}" destId="{E671310E-1934-4117-B025-6460E3D5761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D86FBC6-499E-449D-BA44-BB3B9BDB6E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7B35E5A-9C8A-4FE2-B771-0040AEB408C7}">
      <dgm:prSet/>
      <dgm:spPr/>
      <dgm:t>
        <a:bodyPr/>
        <a:lstStyle/>
        <a:p>
          <a:r>
            <a:rPr lang="en-US"/>
            <a:t>Data preprocessing is a crucial step to ensure that the data is clean, consistent, and ready for analysis.</a:t>
          </a:r>
        </a:p>
      </dgm:t>
    </dgm:pt>
    <dgm:pt modelId="{0884076E-EF80-47DC-A2E5-6745F89AE1A5}" type="parTrans" cxnId="{4E5771AC-45FE-44D4-9EDB-4203FF0DB900}">
      <dgm:prSet/>
      <dgm:spPr/>
      <dgm:t>
        <a:bodyPr/>
        <a:lstStyle/>
        <a:p>
          <a:endParaRPr lang="en-US"/>
        </a:p>
      </dgm:t>
    </dgm:pt>
    <dgm:pt modelId="{3A74E69D-38DA-4E4B-A688-E34B3AF0C676}" type="sibTrans" cxnId="{4E5771AC-45FE-44D4-9EDB-4203FF0DB900}">
      <dgm:prSet/>
      <dgm:spPr/>
      <dgm:t>
        <a:bodyPr/>
        <a:lstStyle/>
        <a:p>
          <a:endParaRPr lang="en-US"/>
        </a:p>
      </dgm:t>
    </dgm:pt>
    <dgm:pt modelId="{96C25A47-6774-4640-8E8B-E461549A4E58}">
      <dgm:prSet/>
      <dgm:spPr/>
      <dgm:t>
        <a:bodyPr/>
        <a:lstStyle/>
        <a:p>
          <a:r>
            <a:rPr lang="en-US"/>
            <a:t>This step includes checking for missing data, filling gaps, and performing validation checks.</a:t>
          </a:r>
        </a:p>
      </dgm:t>
    </dgm:pt>
    <dgm:pt modelId="{4D4DB8E4-4B09-45E8-B3F1-0D975DF87223}" type="parTrans" cxnId="{D250E425-FDE5-4CD5-AAA5-F2600D58B303}">
      <dgm:prSet/>
      <dgm:spPr/>
      <dgm:t>
        <a:bodyPr/>
        <a:lstStyle/>
        <a:p>
          <a:endParaRPr lang="en-US"/>
        </a:p>
      </dgm:t>
    </dgm:pt>
    <dgm:pt modelId="{0CC90472-B477-438E-88E2-6A5E0EFA4AB8}" type="sibTrans" cxnId="{D250E425-FDE5-4CD5-AAA5-F2600D58B303}">
      <dgm:prSet/>
      <dgm:spPr/>
      <dgm:t>
        <a:bodyPr/>
        <a:lstStyle/>
        <a:p>
          <a:endParaRPr lang="en-US"/>
        </a:p>
      </dgm:t>
    </dgm:pt>
    <dgm:pt modelId="{D13513FD-CB5B-4228-BB67-8DC3945385D6}" type="pres">
      <dgm:prSet presAssocID="{BD86FBC6-499E-449D-BA44-BB3B9BDB6E71}" presName="root" presStyleCnt="0">
        <dgm:presLayoutVars>
          <dgm:dir/>
          <dgm:resizeHandles val="exact"/>
        </dgm:presLayoutVars>
      </dgm:prSet>
      <dgm:spPr/>
    </dgm:pt>
    <dgm:pt modelId="{E8EC1DC3-3DFE-4687-8991-CE098B69EBEE}" type="pres">
      <dgm:prSet presAssocID="{B7B35E5A-9C8A-4FE2-B771-0040AEB408C7}" presName="compNode" presStyleCnt="0"/>
      <dgm:spPr/>
    </dgm:pt>
    <dgm:pt modelId="{061B298A-DCEE-4D87-89F6-7F153339D777}" type="pres">
      <dgm:prSet presAssocID="{B7B35E5A-9C8A-4FE2-B771-0040AEB408C7}" presName="bgRect" presStyleLbl="bgShp" presStyleIdx="0" presStyleCnt="2"/>
      <dgm:spPr/>
    </dgm:pt>
    <dgm:pt modelId="{95E0088C-8325-4A3E-8C2D-E8871CDD1294}" type="pres">
      <dgm:prSet presAssocID="{B7B35E5A-9C8A-4FE2-B771-0040AEB408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2992C41-15E0-402F-B0F8-3CF88C281C7D}" type="pres">
      <dgm:prSet presAssocID="{B7B35E5A-9C8A-4FE2-B771-0040AEB408C7}" presName="spaceRect" presStyleCnt="0"/>
      <dgm:spPr/>
    </dgm:pt>
    <dgm:pt modelId="{35422714-A2E3-4F66-A933-A9273498D12A}" type="pres">
      <dgm:prSet presAssocID="{B7B35E5A-9C8A-4FE2-B771-0040AEB408C7}" presName="parTx" presStyleLbl="revTx" presStyleIdx="0" presStyleCnt="2">
        <dgm:presLayoutVars>
          <dgm:chMax val="0"/>
          <dgm:chPref val="0"/>
        </dgm:presLayoutVars>
      </dgm:prSet>
      <dgm:spPr/>
    </dgm:pt>
    <dgm:pt modelId="{74EC5B47-F9DB-4425-9055-D4440205886C}" type="pres">
      <dgm:prSet presAssocID="{3A74E69D-38DA-4E4B-A688-E34B3AF0C676}" presName="sibTrans" presStyleCnt="0"/>
      <dgm:spPr/>
    </dgm:pt>
    <dgm:pt modelId="{C5E4E932-9351-4B93-9659-DE4431FF6B93}" type="pres">
      <dgm:prSet presAssocID="{96C25A47-6774-4640-8E8B-E461549A4E58}" presName="compNode" presStyleCnt="0"/>
      <dgm:spPr/>
    </dgm:pt>
    <dgm:pt modelId="{29FE25CD-629D-4E78-8EBF-9D790B0C431C}" type="pres">
      <dgm:prSet presAssocID="{96C25A47-6774-4640-8E8B-E461549A4E58}" presName="bgRect" presStyleLbl="bgShp" presStyleIdx="1" presStyleCnt="2"/>
      <dgm:spPr/>
    </dgm:pt>
    <dgm:pt modelId="{1BB3DEED-7DB1-4330-A907-BB102E9B89C3}" type="pres">
      <dgm:prSet presAssocID="{96C25A47-6774-4640-8E8B-E461549A4E5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456012D7-53B7-4083-BD90-6ED4911B92E6}" type="pres">
      <dgm:prSet presAssocID="{96C25A47-6774-4640-8E8B-E461549A4E58}" presName="spaceRect" presStyleCnt="0"/>
      <dgm:spPr/>
    </dgm:pt>
    <dgm:pt modelId="{74461688-42CD-4649-B9EB-920E7BF4DF0A}" type="pres">
      <dgm:prSet presAssocID="{96C25A47-6774-4640-8E8B-E461549A4E5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250E425-FDE5-4CD5-AAA5-F2600D58B303}" srcId="{BD86FBC6-499E-449D-BA44-BB3B9BDB6E71}" destId="{96C25A47-6774-4640-8E8B-E461549A4E58}" srcOrd="1" destOrd="0" parTransId="{4D4DB8E4-4B09-45E8-B3F1-0D975DF87223}" sibTransId="{0CC90472-B477-438E-88E2-6A5E0EFA4AB8}"/>
    <dgm:cxn modelId="{AD070B53-031F-455F-BE7A-6A28F0D9DCCA}" type="presOf" srcId="{BD86FBC6-499E-449D-BA44-BB3B9BDB6E71}" destId="{D13513FD-CB5B-4228-BB67-8DC3945385D6}" srcOrd="0" destOrd="0" presId="urn:microsoft.com/office/officeart/2018/2/layout/IconVerticalSolidList"/>
    <dgm:cxn modelId="{E4C3B18C-E44D-4B06-A711-D86397946093}" type="presOf" srcId="{96C25A47-6774-4640-8E8B-E461549A4E58}" destId="{74461688-42CD-4649-B9EB-920E7BF4DF0A}" srcOrd="0" destOrd="0" presId="urn:microsoft.com/office/officeart/2018/2/layout/IconVerticalSolidList"/>
    <dgm:cxn modelId="{4E5771AC-45FE-44D4-9EDB-4203FF0DB900}" srcId="{BD86FBC6-499E-449D-BA44-BB3B9BDB6E71}" destId="{B7B35E5A-9C8A-4FE2-B771-0040AEB408C7}" srcOrd="0" destOrd="0" parTransId="{0884076E-EF80-47DC-A2E5-6745F89AE1A5}" sibTransId="{3A74E69D-38DA-4E4B-A688-E34B3AF0C676}"/>
    <dgm:cxn modelId="{ADFA8FBE-249E-42B6-BAFD-40EBE745BFA3}" type="presOf" srcId="{B7B35E5A-9C8A-4FE2-B771-0040AEB408C7}" destId="{35422714-A2E3-4F66-A933-A9273498D12A}" srcOrd="0" destOrd="0" presId="urn:microsoft.com/office/officeart/2018/2/layout/IconVerticalSolidList"/>
    <dgm:cxn modelId="{98DD9368-EEEF-419E-A980-6CFCEDA5455E}" type="presParOf" srcId="{D13513FD-CB5B-4228-BB67-8DC3945385D6}" destId="{E8EC1DC3-3DFE-4687-8991-CE098B69EBEE}" srcOrd="0" destOrd="0" presId="urn:microsoft.com/office/officeart/2018/2/layout/IconVerticalSolidList"/>
    <dgm:cxn modelId="{91F18C6B-079C-4723-B09F-9783FBEEC9C3}" type="presParOf" srcId="{E8EC1DC3-3DFE-4687-8991-CE098B69EBEE}" destId="{061B298A-DCEE-4D87-89F6-7F153339D777}" srcOrd="0" destOrd="0" presId="urn:microsoft.com/office/officeart/2018/2/layout/IconVerticalSolidList"/>
    <dgm:cxn modelId="{FC2812BC-F4F2-457B-9677-88187D2497C8}" type="presParOf" srcId="{E8EC1DC3-3DFE-4687-8991-CE098B69EBEE}" destId="{95E0088C-8325-4A3E-8C2D-E8871CDD1294}" srcOrd="1" destOrd="0" presId="urn:microsoft.com/office/officeart/2018/2/layout/IconVerticalSolidList"/>
    <dgm:cxn modelId="{9C7F93EA-90D4-4970-91CB-37767DDB7354}" type="presParOf" srcId="{E8EC1DC3-3DFE-4687-8991-CE098B69EBEE}" destId="{72992C41-15E0-402F-B0F8-3CF88C281C7D}" srcOrd="2" destOrd="0" presId="urn:microsoft.com/office/officeart/2018/2/layout/IconVerticalSolidList"/>
    <dgm:cxn modelId="{F9646ED7-DFAE-4CFD-868F-2CBC40921DD9}" type="presParOf" srcId="{E8EC1DC3-3DFE-4687-8991-CE098B69EBEE}" destId="{35422714-A2E3-4F66-A933-A9273498D12A}" srcOrd="3" destOrd="0" presId="urn:microsoft.com/office/officeart/2018/2/layout/IconVerticalSolidList"/>
    <dgm:cxn modelId="{2A8E2055-6B7B-4F91-9840-82CA8FA5CC7E}" type="presParOf" srcId="{D13513FD-CB5B-4228-BB67-8DC3945385D6}" destId="{74EC5B47-F9DB-4425-9055-D4440205886C}" srcOrd="1" destOrd="0" presId="urn:microsoft.com/office/officeart/2018/2/layout/IconVerticalSolidList"/>
    <dgm:cxn modelId="{A8A4E882-ABAA-45FA-AD01-6CD1B30FBA3C}" type="presParOf" srcId="{D13513FD-CB5B-4228-BB67-8DC3945385D6}" destId="{C5E4E932-9351-4B93-9659-DE4431FF6B93}" srcOrd="2" destOrd="0" presId="urn:microsoft.com/office/officeart/2018/2/layout/IconVerticalSolidList"/>
    <dgm:cxn modelId="{3C88D6E3-ADBC-43DA-BDDB-D903210C5362}" type="presParOf" srcId="{C5E4E932-9351-4B93-9659-DE4431FF6B93}" destId="{29FE25CD-629D-4E78-8EBF-9D790B0C431C}" srcOrd="0" destOrd="0" presId="urn:microsoft.com/office/officeart/2018/2/layout/IconVerticalSolidList"/>
    <dgm:cxn modelId="{811C5BE0-65C4-4155-88B1-9ACCB2F6DBDA}" type="presParOf" srcId="{C5E4E932-9351-4B93-9659-DE4431FF6B93}" destId="{1BB3DEED-7DB1-4330-A907-BB102E9B89C3}" srcOrd="1" destOrd="0" presId="urn:microsoft.com/office/officeart/2018/2/layout/IconVerticalSolidList"/>
    <dgm:cxn modelId="{2E1D9CF4-7EED-4896-A30D-99D47DBA7A4E}" type="presParOf" srcId="{C5E4E932-9351-4B93-9659-DE4431FF6B93}" destId="{456012D7-53B7-4083-BD90-6ED4911B92E6}" srcOrd="2" destOrd="0" presId="urn:microsoft.com/office/officeart/2018/2/layout/IconVerticalSolidList"/>
    <dgm:cxn modelId="{31480F33-2837-49CC-9749-814633959C3B}" type="presParOf" srcId="{C5E4E932-9351-4B93-9659-DE4431FF6B93}" destId="{74461688-42CD-4649-B9EB-920E7BF4DF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C7026BA-97B7-42B5-AAB8-E14F721457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F5CF9FB-D75C-491E-8DF3-910BC1085A26}">
      <dgm:prSet/>
      <dgm:spPr/>
      <dgm:t>
        <a:bodyPr/>
        <a:lstStyle/>
        <a:p>
          <a:r>
            <a:rPr lang="en-US" dirty="0"/>
            <a:t>Validation checks ensure data integrity:</a:t>
          </a:r>
        </a:p>
      </dgm:t>
    </dgm:pt>
    <dgm:pt modelId="{CA3AA3C9-99CF-465A-A1D4-20276DCD6EA1}" type="parTrans" cxnId="{0B989AC6-8085-485F-B8A0-9B7EC25800C5}">
      <dgm:prSet/>
      <dgm:spPr/>
      <dgm:t>
        <a:bodyPr/>
        <a:lstStyle/>
        <a:p>
          <a:endParaRPr lang="en-US"/>
        </a:p>
      </dgm:t>
    </dgm:pt>
    <dgm:pt modelId="{0F2E80A2-C822-4C21-B989-E118466445AB}" type="sibTrans" cxnId="{0B989AC6-8085-485F-B8A0-9B7EC25800C5}">
      <dgm:prSet/>
      <dgm:spPr/>
      <dgm:t>
        <a:bodyPr/>
        <a:lstStyle/>
        <a:p>
          <a:endParaRPr lang="en-US"/>
        </a:p>
      </dgm:t>
    </dgm:pt>
    <dgm:pt modelId="{C34005F0-2AC0-4E78-80E1-5575C83DCB0D}">
      <dgm:prSet/>
      <dgm:spPr/>
      <dgm:t>
        <a:bodyPr/>
        <a:lstStyle/>
        <a:p>
          <a:r>
            <a:rPr lang="en-US" dirty="0"/>
            <a:t>Low should not be greater than High.</a:t>
          </a:r>
        </a:p>
      </dgm:t>
    </dgm:pt>
    <dgm:pt modelId="{EE33611D-21F1-4D0D-A540-A29E14012EF7}" type="parTrans" cxnId="{71E92D8B-F2E1-45A1-B629-7CD8CA53AC56}">
      <dgm:prSet/>
      <dgm:spPr/>
      <dgm:t>
        <a:bodyPr/>
        <a:lstStyle/>
        <a:p>
          <a:endParaRPr lang="en-US"/>
        </a:p>
      </dgm:t>
    </dgm:pt>
    <dgm:pt modelId="{701C1A83-63AE-4119-8A2E-EB60D2653E2B}" type="sibTrans" cxnId="{71E92D8B-F2E1-45A1-B629-7CD8CA53AC56}">
      <dgm:prSet/>
      <dgm:spPr/>
      <dgm:t>
        <a:bodyPr/>
        <a:lstStyle/>
        <a:p>
          <a:endParaRPr lang="en-US"/>
        </a:p>
      </dgm:t>
    </dgm:pt>
    <dgm:pt modelId="{D0773962-5088-43EF-B304-D1F1974F55CA}">
      <dgm:prSet/>
      <dgm:spPr/>
      <dgm:t>
        <a:bodyPr/>
        <a:lstStyle/>
        <a:p>
          <a:r>
            <a:rPr lang="en-US" dirty="0"/>
            <a:t>High should be greater than or equal to Open.</a:t>
          </a:r>
        </a:p>
      </dgm:t>
    </dgm:pt>
    <dgm:pt modelId="{6181A809-1426-4B2F-96B5-15197F4BB341}" type="parTrans" cxnId="{46DCFF24-36E3-4C0B-B8F6-80C24EAEBF43}">
      <dgm:prSet/>
      <dgm:spPr/>
      <dgm:t>
        <a:bodyPr/>
        <a:lstStyle/>
        <a:p>
          <a:endParaRPr lang="en-US"/>
        </a:p>
      </dgm:t>
    </dgm:pt>
    <dgm:pt modelId="{AA62A2B6-8981-41AE-8644-AE465CE9E202}" type="sibTrans" cxnId="{46DCFF24-36E3-4C0B-B8F6-80C24EAEBF43}">
      <dgm:prSet/>
      <dgm:spPr/>
      <dgm:t>
        <a:bodyPr/>
        <a:lstStyle/>
        <a:p>
          <a:endParaRPr lang="en-US"/>
        </a:p>
      </dgm:t>
    </dgm:pt>
    <dgm:pt modelId="{7945B40A-8F8A-4C83-A0B0-CAEFB7DBE332}">
      <dgm:prSet/>
      <dgm:spPr/>
      <dgm:t>
        <a:bodyPr/>
        <a:lstStyle/>
        <a:p>
          <a:r>
            <a:rPr lang="en-US" dirty="0"/>
            <a:t>Close should not be greater than High.</a:t>
          </a:r>
        </a:p>
      </dgm:t>
    </dgm:pt>
    <dgm:pt modelId="{B2CD187B-1102-4C46-BC27-BD79EF4ECD5F}" type="sibTrans" cxnId="{BBA14B3C-D0F0-4E48-A3AF-3932E605B458}">
      <dgm:prSet/>
      <dgm:spPr/>
      <dgm:t>
        <a:bodyPr/>
        <a:lstStyle/>
        <a:p>
          <a:endParaRPr lang="en-US"/>
        </a:p>
      </dgm:t>
    </dgm:pt>
    <dgm:pt modelId="{6C67FDB3-96D7-44C6-8C71-4D6A15AC41EC}" type="parTrans" cxnId="{BBA14B3C-D0F0-4E48-A3AF-3932E605B458}">
      <dgm:prSet/>
      <dgm:spPr/>
      <dgm:t>
        <a:bodyPr/>
        <a:lstStyle/>
        <a:p>
          <a:endParaRPr lang="en-US"/>
        </a:p>
      </dgm:t>
    </dgm:pt>
    <dgm:pt modelId="{77203A1E-967A-4DF0-A45E-C0D7BDC49417}" type="pres">
      <dgm:prSet presAssocID="{DC7026BA-97B7-42B5-AAB8-E14F7214579D}" presName="root" presStyleCnt="0">
        <dgm:presLayoutVars>
          <dgm:dir/>
          <dgm:resizeHandles val="exact"/>
        </dgm:presLayoutVars>
      </dgm:prSet>
      <dgm:spPr/>
    </dgm:pt>
    <dgm:pt modelId="{87105E60-3270-4DD2-B9D4-5F9985B4B486}" type="pres">
      <dgm:prSet presAssocID="{1F5CF9FB-D75C-491E-8DF3-910BC1085A26}" presName="compNode" presStyleCnt="0"/>
      <dgm:spPr/>
    </dgm:pt>
    <dgm:pt modelId="{9CEBD2EE-6A29-46BE-8C3A-672AD4CF4FCE}" type="pres">
      <dgm:prSet presAssocID="{1F5CF9FB-D75C-491E-8DF3-910BC1085A26}" presName="bgRect" presStyleLbl="bgShp" presStyleIdx="0" presStyleCnt="4" custLinFactNeighborX="-7184" custLinFactNeighborY="2750"/>
      <dgm:spPr/>
    </dgm:pt>
    <dgm:pt modelId="{7D935E4F-7EE2-4631-9A7C-61A0BC51784F}" type="pres">
      <dgm:prSet presAssocID="{1F5CF9FB-D75C-491E-8DF3-910BC1085A2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F79C64C6-07EA-4DCC-9365-9575982F1952}" type="pres">
      <dgm:prSet presAssocID="{1F5CF9FB-D75C-491E-8DF3-910BC1085A26}" presName="spaceRect" presStyleCnt="0"/>
      <dgm:spPr/>
    </dgm:pt>
    <dgm:pt modelId="{EED57B1D-72C9-4CFF-A2E4-79627F41CEAB}" type="pres">
      <dgm:prSet presAssocID="{1F5CF9FB-D75C-491E-8DF3-910BC1085A26}" presName="parTx" presStyleLbl="revTx" presStyleIdx="0" presStyleCnt="4">
        <dgm:presLayoutVars>
          <dgm:chMax val="0"/>
          <dgm:chPref val="0"/>
        </dgm:presLayoutVars>
      </dgm:prSet>
      <dgm:spPr/>
    </dgm:pt>
    <dgm:pt modelId="{2A0D49E8-8B64-4542-A938-910164DEE82D}" type="pres">
      <dgm:prSet presAssocID="{0F2E80A2-C822-4C21-B989-E118466445AB}" presName="sibTrans" presStyleCnt="0"/>
      <dgm:spPr/>
    </dgm:pt>
    <dgm:pt modelId="{64322177-366C-44C9-B762-3AB03211ACB0}" type="pres">
      <dgm:prSet presAssocID="{C34005F0-2AC0-4E78-80E1-5575C83DCB0D}" presName="compNode" presStyleCnt="0"/>
      <dgm:spPr/>
    </dgm:pt>
    <dgm:pt modelId="{025D26E5-0E42-44F8-8CF4-35CC8EA017AA}" type="pres">
      <dgm:prSet presAssocID="{C34005F0-2AC0-4E78-80E1-5575C83DCB0D}" presName="bgRect" presStyleLbl="bgShp" presStyleIdx="1" presStyleCnt="4"/>
      <dgm:spPr/>
    </dgm:pt>
    <dgm:pt modelId="{137113EB-D6C8-4A51-AD58-4306DA8093A2}" type="pres">
      <dgm:prSet presAssocID="{C34005F0-2AC0-4E78-80E1-5575C83DCB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shes"/>
        </a:ext>
      </dgm:extLst>
    </dgm:pt>
    <dgm:pt modelId="{0B34D030-EDAF-4FD8-B335-B8D9C0686C75}" type="pres">
      <dgm:prSet presAssocID="{C34005F0-2AC0-4E78-80E1-5575C83DCB0D}" presName="spaceRect" presStyleCnt="0"/>
      <dgm:spPr/>
    </dgm:pt>
    <dgm:pt modelId="{0646EFC0-7FA2-44B7-BEEA-71304D4A4E3C}" type="pres">
      <dgm:prSet presAssocID="{C34005F0-2AC0-4E78-80E1-5575C83DCB0D}" presName="parTx" presStyleLbl="revTx" presStyleIdx="1" presStyleCnt="4">
        <dgm:presLayoutVars>
          <dgm:chMax val="0"/>
          <dgm:chPref val="0"/>
        </dgm:presLayoutVars>
      </dgm:prSet>
      <dgm:spPr/>
    </dgm:pt>
    <dgm:pt modelId="{304BBD63-C8DB-4C03-B0D6-47EBB2EA315E}" type="pres">
      <dgm:prSet presAssocID="{701C1A83-63AE-4119-8A2E-EB60D2653E2B}" presName="sibTrans" presStyleCnt="0"/>
      <dgm:spPr/>
    </dgm:pt>
    <dgm:pt modelId="{8E148B44-4A77-4EC8-B595-5CE0FC89E3DA}" type="pres">
      <dgm:prSet presAssocID="{D0773962-5088-43EF-B304-D1F1974F55CA}" presName="compNode" presStyleCnt="0"/>
      <dgm:spPr/>
    </dgm:pt>
    <dgm:pt modelId="{EBFE1D22-13CA-4947-AE4F-6C3AD845C620}" type="pres">
      <dgm:prSet presAssocID="{D0773962-5088-43EF-B304-D1F1974F55CA}" presName="bgRect" presStyleLbl="bgShp" presStyleIdx="2" presStyleCnt="4"/>
      <dgm:spPr/>
    </dgm:pt>
    <dgm:pt modelId="{90C76A12-A96B-4DBF-8905-6E85238CB8BE}" type="pres">
      <dgm:prSet presAssocID="{D0773962-5088-43EF-B304-D1F1974F55C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noculars"/>
        </a:ext>
      </dgm:extLst>
    </dgm:pt>
    <dgm:pt modelId="{EF2C774A-0CE1-4F0D-B9B0-12965337441D}" type="pres">
      <dgm:prSet presAssocID="{D0773962-5088-43EF-B304-D1F1974F55CA}" presName="spaceRect" presStyleCnt="0"/>
      <dgm:spPr/>
    </dgm:pt>
    <dgm:pt modelId="{329B1560-E348-4290-9785-4F3C7B3F5A41}" type="pres">
      <dgm:prSet presAssocID="{D0773962-5088-43EF-B304-D1F1974F55CA}" presName="parTx" presStyleLbl="revTx" presStyleIdx="2" presStyleCnt="4">
        <dgm:presLayoutVars>
          <dgm:chMax val="0"/>
          <dgm:chPref val="0"/>
        </dgm:presLayoutVars>
      </dgm:prSet>
      <dgm:spPr/>
    </dgm:pt>
    <dgm:pt modelId="{E3F67803-C316-49C8-A66A-FF462D895ED6}" type="pres">
      <dgm:prSet presAssocID="{AA62A2B6-8981-41AE-8644-AE465CE9E202}" presName="sibTrans" presStyleCnt="0"/>
      <dgm:spPr/>
    </dgm:pt>
    <dgm:pt modelId="{822DA41F-932B-4180-A722-08658050BCE8}" type="pres">
      <dgm:prSet presAssocID="{7945B40A-8F8A-4C83-A0B0-CAEFB7DBE332}" presName="compNode" presStyleCnt="0"/>
      <dgm:spPr/>
    </dgm:pt>
    <dgm:pt modelId="{4BAE7131-4E33-460E-AC3D-0A6A6F290A23}" type="pres">
      <dgm:prSet presAssocID="{7945B40A-8F8A-4C83-A0B0-CAEFB7DBE332}" presName="bgRect" presStyleLbl="bgShp" presStyleIdx="3" presStyleCnt="4"/>
      <dgm:spPr/>
    </dgm:pt>
    <dgm:pt modelId="{778BE234-37E4-43EF-9AF0-F35D205876E3}" type="pres">
      <dgm:prSet presAssocID="{7945B40A-8F8A-4C83-A0B0-CAEFB7DBE33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1F8ED866-657B-4C18-8124-F4359688F2F4}" type="pres">
      <dgm:prSet presAssocID="{7945B40A-8F8A-4C83-A0B0-CAEFB7DBE332}" presName="spaceRect" presStyleCnt="0"/>
      <dgm:spPr/>
    </dgm:pt>
    <dgm:pt modelId="{482E90E4-6055-437D-8455-FA90359ED7DE}" type="pres">
      <dgm:prSet presAssocID="{7945B40A-8F8A-4C83-A0B0-CAEFB7DBE33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6DCFF24-36E3-4C0B-B8F6-80C24EAEBF43}" srcId="{DC7026BA-97B7-42B5-AAB8-E14F7214579D}" destId="{D0773962-5088-43EF-B304-D1F1974F55CA}" srcOrd="2" destOrd="0" parTransId="{6181A809-1426-4B2F-96B5-15197F4BB341}" sibTransId="{AA62A2B6-8981-41AE-8644-AE465CE9E202}"/>
    <dgm:cxn modelId="{BBA14B3C-D0F0-4E48-A3AF-3932E605B458}" srcId="{DC7026BA-97B7-42B5-AAB8-E14F7214579D}" destId="{7945B40A-8F8A-4C83-A0B0-CAEFB7DBE332}" srcOrd="3" destOrd="0" parTransId="{6C67FDB3-96D7-44C6-8C71-4D6A15AC41EC}" sibTransId="{B2CD187B-1102-4C46-BC27-BD79EF4ECD5F}"/>
    <dgm:cxn modelId="{1DA62F67-165C-42BC-B388-170EF0F5FAC0}" type="presOf" srcId="{1F5CF9FB-D75C-491E-8DF3-910BC1085A26}" destId="{EED57B1D-72C9-4CFF-A2E4-79627F41CEAB}" srcOrd="0" destOrd="0" presId="urn:microsoft.com/office/officeart/2018/2/layout/IconVerticalSolidList"/>
    <dgm:cxn modelId="{71E92D8B-F2E1-45A1-B629-7CD8CA53AC56}" srcId="{DC7026BA-97B7-42B5-AAB8-E14F7214579D}" destId="{C34005F0-2AC0-4E78-80E1-5575C83DCB0D}" srcOrd="1" destOrd="0" parTransId="{EE33611D-21F1-4D0D-A540-A29E14012EF7}" sibTransId="{701C1A83-63AE-4119-8A2E-EB60D2653E2B}"/>
    <dgm:cxn modelId="{10B5DB93-5406-46C3-8EDE-5B37C5876E95}" type="presOf" srcId="{7945B40A-8F8A-4C83-A0B0-CAEFB7DBE332}" destId="{482E90E4-6055-437D-8455-FA90359ED7DE}" srcOrd="0" destOrd="0" presId="urn:microsoft.com/office/officeart/2018/2/layout/IconVerticalSolidList"/>
    <dgm:cxn modelId="{2B51379E-FEAC-4AA4-870F-2BC602CA05B2}" type="presOf" srcId="{C34005F0-2AC0-4E78-80E1-5575C83DCB0D}" destId="{0646EFC0-7FA2-44B7-BEEA-71304D4A4E3C}" srcOrd="0" destOrd="0" presId="urn:microsoft.com/office/officeart/2018/2/layout/IconVerticalSolidList"/>
    <dgm:cxn modelId="{7C5BB6C1-2CFF-48A5-BB51-A66246771FE4}" type="presOf" srcId="{DC7026BA-97B7-42B5-AAB8-E14F7214579D}" destId="{77203A1E-967A-4DF0-A45E-C0D7BDC49417}" srcOrd="0" destOrd="0" presId="urn:microsoft.com/office/officeart/2018/2/layout/IconVerticalSolidList"/>
    <dgm:cxn modelId="{3ABB58C5-993D-47FE-B431-BEAAB3061311}" type="presOf" srcId="{D0773962-5088-43EF-B304-D1F1974F55CA}" destId="{329B1560-E348-4290-9785-4F3C7B3F5A41}" srcOrd="0" destOrd="0" presId="urn:microsoft.com/office/officeart/2018/2/layout/IconVerticalSolidList"/>
    <dgm:cxn modelId="{0B989AC6-8085-485F-B8A0-9B7EC25800C5}" srcId="{DC7026BA-97B7-42B5-AAB8-E14F7214579D}" destId="{1F5CF9FB-D75C-491E-8DF3-910BC1085A26}" srcOrd="0" destOrd="0" parTransId="{CA3AA3C9-99CF-465A-A1D4-20276DCD6EA1}" sibTransId="{0F2E80A2-C822-4C21-B989-E118466445AB}"/>
    <dgm:cxn modelId="{4E74D7C2-25E1-4037-A20A-2D01D009137E}" type="presParOf" srcId="{77203A1E-967A-4DF0-A45E-C0D7BDC49417}" destId="{87105E60-3270-4DD2-B9D4-5F9985B4B486}" srcOrd="0" destOrd="0" presId="urn:microsoft.com/office/officeart/2018/2/layout/IconVerticalSolidList"/>
    <dgm:cxn modelId="{8C56EC1A-0F83-4D3B-8BB5-67B2B7D66AE4}" type="presParOf" srcId="{87105E60-3270-4DD2-B9D4-5F9985B4B486}" destId="{9CEBD2EE-6A29-46BE-8C3A-672AD4CF4FCE}" srcOrd="0" destOrd="0" presId="urn:microsoft.com/office/officeart/2018/2/layout/IconVerticalSolidList"/>
    <dgm:cxn modelId="{E8A89E40-51CB-4816-B2B5-F11FFB0D09F0}" type="presParOf" srcId="{87105E60-3270-4DD2-B9D4-5F9985B4B486}" destId="{7D935E4F-7EE2-4631-9A7C-61A0BC51784F}" srcOrd="1" destOrd="0" presId="urn:microsoft.com/office/officeart/2018/2/layout/IconVerticalSolidList"/>
    <dgm:cxn modelId="{3EF42C19-F659-4671-A64D-ACCFCE12814E}" type="presParOf" srcId="{87105E60-3270-4DD2-B9D4-5F9985B4B486}" destId="{F79C64C6-07EA-4DCC-9365-9575982F1952}" srcOrd="2" destOrd="0" presId="urn:microsoft.com/office/officeart/2018/2/layout/IconVerticalSolidList"/>
    <dgm:cxn modelId="{DC1C1837-EA17-4BF7-8102-FF2B56D82C1E}" type="presParOf" srcId="{87105E60-3270-4DD2-B9D4-5F9985B4B486}" destId="{EED57B1D-72C9-4CFF-A2E4-79627F41CEAB}" srcOrd="3" destOrd="0" presId="urn:microsoft.com/office/officeart/2018/2/layout/IconVerticalSolidList"/>
    <dgm:cxn modelId="{EA238735-745D-4543-A2C5-0F5569DE2B76}" type="presParOf" srcId="{77203A1E-967A-4DF0-A45E-C0D7BDC49417}" destId="{2A0D49E8-8B64-4542-A938-910164DEE82D}" srcOrd="1" destOrd="0" presId="urn:microsoft.com/office/officeart/2018/2/layout/IconVerticalSolidList"/>
    <dgm:cxn modelId="{12CE323D-FCC3-4A0B-BE81-E1E5EEBCDE1E}" type="presParOf" srcId="{77203A1E-967A-4DF0-A45E-C0D7BDC49417}" destId="{64322177-366C-44C9-B762-3AB03211ACB0}" srcOrd="2" destOrd="0" presId="urn:microsoft.com/office/officeart/2018/2/layout/IconVerticalSolidList"/>
    <dgm:cxn modelId="{DFA28699-F637-488F-96ED-884081804381}" type="presParOf" srcId="{64322177-366C-44C9-B762-3AB03211ACB0}" destId="{025D26E5-0E42-44F8-8CF4-35CC8EA017AA}" srcOrd="0" destOrd="0" presId="urn:microsoft.com/office/officeart/2018/2/layout/IconVerticalSolidList"/>
    <dgm:cxn modelId="{24D19134-C003-466D-A66C-E973435B546D}" type="presParOf" srcId="{64322177-366C-44C9-B762-3AB03211ACB0}" destId="{137113EB-D6C8-4A51-AD58-4306DA8093A2}" srcOrd="1" destOrd="0" presId="urn:microsoft.com/office/officeart/2018/2/layout/IconVerticalSolidList"/>
    <dgm:cxn modelId="{1A6CFE6D-2BB0-4991-BC56-907B545CE0C2}" type="presParOf" srcId="{64322177-366C-44C9-B762-3AB03211ACB0}" destId="{0B34D030-EDAF-4FD8-B335-B8D9C0686C75}" srcOrd="2" destOrd="0" presId="urn:microsoft.com/office/officeart/2018/2/layout/IconVerticalSolidList"/>
    <dgm:cxn modelId="{A9E4E2BA-26D4-4960-B1DE-9C0F709E9CBE}" type="presParOf" srcId="{64322177-366C-44C9-B762-3AB03211ACB0}" destId="{0646EFC0-7FA2-44B7-BEEA-71304D4A4E3C}" srcOrd="3" destOrd="0" presId="urn:microsoft.com/office/officeart/2018/2/layout/IconVerticalSolidList"/>
    <dgm:cxn modelId="{233A569E-94EB-4C72-B05C-53B8B47C8ABD}" type="presParOf" srcId="{77203A1E-967A-4DF0-A45E-C0D7BDC49417}" destId="{304BBD63-C8DB-4C03-B0D6-47EBB2EA315E}" srcOrd="3" destOrd="0" presId="urn:microsoft.com/office/officeart/2018/2/layout/IconVerticalSolidList"/>
    <dgm:cxn modelId="{C57E895B-F747-45A2-A371-18CFCF126818}" type="presParOf" srcId="{77203A1E-967A-4DF0-A45E-C0D7BDC49417}" destId="{8E148B44-4A77-4EC8-B595-5CE0FC89E3DA}" srcOrd="4" destOrd="0" presId="urn:microsoft.com/office/officeart/2018/2/layout/IconVerticalSolidList"/>
    <dgm:cxn modelId="{E3036393-1AC0-49CC-8340-15DE5336F3C5}" type="presParOf" srcId="{8E148B44-4A77-4EC8-B595-5CE0FC89E3DA}" destId="{EBFE1D22-13CA-4947-AE4F-6C3AD845C620}" srcOrd="0" destOrd="0" presId="urn:microsoft.com/office/officeart/2018/2/layout/IconVerticalSolidList"/>
    <dgm:cxn modelId="{92ED103F-D87B-4FC7-8BC7-EFE32D3BCC69}" type="presParOf" srcId="{8E148B44-4A77-4EC8-B595-5CE0FC89E3DA}" destId="{90C76A12-A96B-4DBF-8905-6E85238CB8BE}" srcOrd="1" destOrd="0" presId="urn:microsoft.com/office/officeart/2018/2/layout/IconVerticalSolidList"/>
    <dgm:cxn modelId="{3ACBA82C-FB1B-4A49-B3C2-81DD505D4D05}" type="presParOf" srcId="{8E148B44-4A77-4EC8-B595-5CE0FC89E3DA}" destId="{EF2C774A-0CE1-4F0D-B9B0-12965337441D}" srcOrd="2" destOrd="0" presId="urn:microsoft.com/office/officeart/2018/2/layout/IconVerticalSolidList"/>
    <dgm:cxn modelId="{89541A98-FFB5-493E-A307-0B4D9DC10994}" type="presParOf" srcId="{8E148B44-4A77-4EC8-B595-5CE0FC89E3DA}" destId="{329B1560-E348-4290-9785-4F3C7B3F5A41}" srcOrd="3" destOrd="0" presId="urn:microsoft.com/office/officeart/2018/2/layout/IconVerticalSolidList"/>
    <dgm:cxn modelId="{9286450D-73CA-46C7-B564-701665A84816}" type="presParOf" srcId="{77203A1E-967A-4DF0-A45E-C0D7BDC49417}" destId="{E3F67803-C316-49C8-A66A-FF462D895ED6}" srcOrd="5" destOrd="0" presId="urn:microsoft.com/office/officeart/2018/2/layout/IconVerticalSolidList"/>
    <dgm:cxn modelId="{ACB92CD5-F28B-4438-9985-5567FE60DA23}" type="presParOf" srcId="{77203A1E-967A-4DF0-A45E-C0D7BDC49417}" destId="{822DA41F-932B-4180-A722-08658050BCE8}" srcOrd="6" destOrd="0" presId="urn:microsoft.com/office/officeart/2018/2/layout/IconVerticalSolidList"/>
    <dgm:cxn modelId="{0C0996C4-1EC8-471C-A895-E375EA2B17E2}" type="presParOf" srcId="{822DA41F-932B-4180-A722-08658050BCE8}" destId="{4BAE7131-4E33-460E-AC3D-0A6A6F290A23}" srcOrd="0" destOrd="0" presId="urn:microsoft.com/office/officeart/2018/2/layout/IconVerticalSolidList"/>
    <dgm:cxn modelId="{4A535766-6B79-4F83-830D-2097D2DD31D1}" type="presParOf" srcId="{822DA41F-932B-4180-A722-08658050BCE8}" destId="{778BE234-37E4-43EF-9AF0-F35D205876E3}" srcOrd="1" destOrd="0" presId="urn:microsoft.com/office/officeart/2018/2/layout/IconVerticalSolidList"/>
    <dgm:cxn modelId="{819A9260-5AC4-4BC8-A831-7C0EEC171653}" type="presParOf" srcId="{822DA41F-932B-4180-A722-08658050BCE8}" destId="{1F8ED866-657B-4C18-8124-F4359688F2F4}" srcOrd="2" destOrd="0" presId="urn:microsoft.com/office/officeart/2018/2/layout/IconVerticalSolidList"/>
    <dgm:cxn modelId="{226DDF3B-B022-4E25-99A6-DD8DF52C354E}" type="presParOf" srcId="{822DA41F-932B-4180-A722-08658050BCE8}" destId="{482E90E4-6055-437D-8455-FA90359ED7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867EA7-9E96-4D81-8883-D47E6192ADD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67602B-C698-4110-B230-F7562C62FB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Technical indicators are mathematical calculations based on the price, volume, or open interest of a security.</a:t>
          </a:r>
        </a:p>
      </dgm:t>
    </dgm:pt>
    <dgm:pt modelId="{B2A8DA6A-834D-486E-ACE1-0FB7FD37066A}" type="parTrans" cxnId="{7BDC3ADE-65C7-4CB6-B37D-910500072C12}">
      <dgm:prSet/>
      <dgm:spPr/>
      <dgm:t>
        <a:bodyPr/>
        <a:lstStyle/>
        <a:p>
          <a:endParaRPr lang="en-US"/>
        </a:p>
      </dgm:t>
    </dgm:pt>
    <dgm:pt modelId="{67471BB2-7393-4DCA-B4C0-88F931CF2A27}" type="sibTrans" cxnId="{7BDC3ADE-65C7-4CB6-B37D-910500072C12}">
      <dgm:prSet/>
      <dgm:spPr/>
      <dgm:t>
        <a:bodyPr/>
        <a:lstStyle/>
        <a:p>
          <a:endParaRPr lang="en-US"/>
        </a:p>
      </dgm:t>
    </dgm:pt>
    <dgm:pt modelId="{941C8A69-4044-4C92-A94D-18F88F870F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are used to forecast future price movements.</a:t>
          </a:r>
        </a:p>
      </dgm:t>
    </dgm:pt>
    <dgm:pt modelId="{EEC9ACD2-C63A-47E6-9DD9-15C184C4DAEF}" type="parTrans" cxnId="{75D1BB6C-4685-45A4-B4C9-F68B1FC61A84}">
      <dgm:prSet/>
      <dgm:spPr/>
      <dgm:t>
        <a:bodyPr/>
        <a:lstStyle/>
        <a:p>
          <a:endParaRPr lang="en-US"/>
        </a:p>
      </dgm:t>
    </dgm:pt>
    <dgm:pt modelId="{4F44F66A-0D84-4D04-916D-40B1D9A80152}" type="sibTrans" cxnId="{75D1BB6C-4685-45A4-B4C9-F68B1FC61A84}">
      <dgm:prSet/>
      <dgm:spPr/>
      <dgm:t>
        <a:bodyPr/>
        <a:lstStyle/>
        <a:p>
          <a:endParaRPr lang="en-US"/>
        </a:p>
      </dgm:t>
    </dgm:pt>
    <dgm:pt modelId="{37CB7F2B-BA49-4108-9CAE-219C76707E67}" type="pres">
      <dgm:prSet presAssocID="{9B867EA7-9E96-4D81-8883-D47E6192ADD7}" presName="root" presStyleCnt="0">
        <dgm:presLayoutVars>
          <dgm:dir/>
          <dgm:resizeHandles val="exact"/>
        </dgm:presLayoutVars>
      </dgm:prSet>
      <dgm:spPr/>
    </dgm:pt>
    <dgm:pt modelId="{E76C22FF-C731-46DE-9A3F-CF23064C0E0B}" type="pres">
      <dgm:prSet presAssocID="{1367602B-C698-4110-B230-F7562C62FB46}" presName="compNode" presStyleCnt="0"/>
      <dgm:spPr/>
    </dgm:pt>
    <dgm:pt modelId="{CE263908-8516-4E3A-933F-3BA84C6649C8}" type="pres">
      <dgm:prSet presAssocID="{1367602B-C698-4110-B230-F7562C62FB4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8E8BC0D-3F77-4E4B-A9FF-582455904543}" type="pres">
      <dgm:prSet presAssocID="{1367602B-C698-4110-B230-F7562C62FB46}" presName="spaceRect" presStyleCnt="0"/>
      <dgm:spPr/>
    </dgm:pt>
    <dgm:pt modelId="{0B05BFD8-7130-4D9D-B6E9-D938ADEE8316}" type="pres">
      <dgm:prSet presAssocID="{1367602B-C698-4110-B230-F7562C62FB46}" presName="textRect" presStyleLbl="revTx" presStyleIdx="0" presStyleCnt="2">
        <dgm:presLayoutVars>
          <dgm:chMax val="1"/>
          <dgm:chPref val="1"/>
        </dgm:presLayoutVars>
      </dgm:prSet>
      <dgm:spPr/>
    </dgm:pt>
    <dgm:pt modelId="{92F8572D-4E15-48E0-BF90-835E46284FEE}" type="pres">
      <dgm:prSet presAssocID="{67471BB2-7393-4DCA-B4C0-88F931CF2A27}" presName="sibTrans" presStyleCnt="0"/>
      <dgm:spPr/>
    </dgm:pt>
    <dgm:pt modelId="{2A8EA8CC-F1C8-419F-90F0-1C203A08505C}" type="pres">
      <dgm:prSet presAssocID="{941C8A69-4044-4C92-A94D-18F88F870F7F}" presName="compNode" presStyleCnt="0"/>
      <dgm:spPr/>
    </dgm:pt>
    <dgm:pt modelId="{F4D89498-D63B-4ADC-9763-C88291B53F0C}" type="pres">
      <dgm:prSet presAssocID="{941C8A69-4044-4C92-A94D-18F88F870F7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7F442D7-88E2-4BD6-A68D-B566DE61CAA1}" type="pres">
      <dgm:prSet presAssocID="{941C8A69-4044-4C92-A94D-18F88F870F7F}" presName="spaceRect" presStyleCnt="0"/>
      <dgm:spPr/>
    </dgm:pt>
    <dgm:pt modelId="{762D26C7-AA24-4C7C-B2B0-681C8F92CE50}" type="pres">
      <dgm:prSet presAssocID="{941C8A69-4044-4C92-A94D-18F88F870F7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5D1BB6C-4685-45A4-B4C9-F68B1FC61A84}" srcId="{9B867EA7-9E96-4D81-8883-D47E6192ADD7}" destId="{941C8A69-4044-4C92-A94D-18F88F870F7F}" srcOrd="1" destOrd="0" parTransId="{EEC9ACD2-C63A-47E6-9DD9-15C184C4DAEF}" sibTransId="{4F44F66A-0D84-4D04-916D-40B1D9A80152}"/>
    <dgm:cxn modelId="{92333D7C-FF7D-49D1-96D0-F98F5C18A2C3}" type="presOf" srcId="{941C8A69-4044-4C92-A94D-18F88F870F7F}" destId="{762D26C7-AA24-4C7C-B2B0-681C8F92CE50}" srcOrd="0" destOrd="0" presId="urn:microsoft.com/office/officeart/2018/2/layout/IconLabelList"/>
    <dgm:cxn modelId="{2F80C18F-43E5-4EB0-85B5-4DDC91F8F89D}" type="presOf" srcId="{1367602B-C698-4110-B230-F7562C62FB46}" destId="{0B05BFD8-7130-4D9D-B6E9-D938ADEE8316}" srcOrd="0" destOrd="0" presId="urn:microsoft.com/office/officeart/2018/2/layout/IconLabelList"/>
    <dgm:cxn modelId="{EBACA6AE-9601-4D14-87F9-77B1B011F0CA}" type="presOf" srcId="{9B867EA7-9E96-4D81-8883-D47E6192ADD7}" destId="{37CB7F2B-BA49-4108-9CAE-219C76707E67}" srcOrd="0" destOrd="0" presId="urn:microsoft.com/office/officeart/2018/2/layout/IconLabelList"/>
    <dgm:cxn modelId="{7BDC3ADE-65C7-4CB6-B37D-910500072C12}" srcId="{9B867EA7-9E96-4D81-8883-D47E6192ADD7}" destId="{1367602B-C698-4110-B230-F7562C62FB46}" srcOrd="0" destOrd="0" parTransId="{B2A8DA6A-834D-486E-ACE1-0FB7FD37066A}" sibTransId="{67471BB2-7393-4DCA-B4C0-88F931CF2A27}"/>
    <dgm:cxn modelId="{8CB42938-8007-4BDA-B084-44947BCDD0A4}" type="presParOf" srcId="{37CB7F2B-BA49-4108-9CAE-219C76707E67}" destId="{E76C22FF-C731-46DE-9A3F-CF23064C0E0B}" srcOrd="0" destOrd="0" presId="urn:microsoft.com/office/officeart/2018/2/layout/IconLabelList"/>
    <dgm:cxn modelId="{0911AC14-9B4F-4191-9F61-38265B042012}" type="presParOf" srcId="{E76C22FF-C731-46DE-9A3F-CF23064C0E0B}" destId="{CE263908-8516-4E3A-933F-3BA84C6649C8}" srcOrd="0" destOrd="0" presId="urn:microsoft.com/office/officeart/2018/2/layout/IconLabelList"/>
    <dgm:cxn modelId="{719A8B5B-C13D-4553-A6E4-1D2145805F59}" type="presParOf" srcId="{E76C22FF-C731-46DE-9A3F-CF23064C0E0B}" destId="{58E8BC0D-3F77-4E4B-A9FF-582455904543}" srcOrd="1" destOrd="0" presId="urn:microsoft.com/office/officeart/2018/2/layout/IconLabelList"/>
    <dgm:cxn modelId="{1D9452EE-12F3-43DA-A842-DB07137E7AB0}" type="presParOf" srcId="{E76C22FF-C731-46DE-9A3F-CF23064C0E0B}" destId="{0B05BFD8-7130-4D9D-B6E9-D938ADEE8316}" srcOrd="2" destOrd="0" presId="urn:microsoft.com/office/officeart/2018/2/layout/IconLabelList"/>
    <dgm:cxn modelId="{F3CCB8C7-6163-4405-9C32-83ADCF7B7D03}" type="presParOf" srcId="{37CB7F2B-BA49-4108-9CAE-219C76707E67}" destId="{92F8572D-4E15-48E0-BF90-835E46284FEE}" srcOrd="1" destOrd="0" presId="urn:microsoft.com/office/officeart/2018/2/layout/IconLabelList"/>
    <dgm:cxn modelId="{45A40FD6-2BD5-454D-B559-E031C1D565A5}" type="presParOf" srcId="{37CB7F2B-BA49-4108-9CAE-219C76707E67}" destId="{2A8EA8CC-F1C8-419F-90F0-1C203A08505C}" srcOrd="2" destOrd="0" presId="urn:microsoft.com/office/officeart/2018/2/layout/IconLabelList"/>
    <dgm:cxn modelId="{9F56CCE2-F98B-47D2-94AD-5938CFEC8662}" type="presParOf" srcId="{2A8EA8CC-F1C8-419F-90F0-1C203A08505C}" destId="{F4D89498-D63B-4ADC-9763-C88291B53F0C}" srcOrd="0" destOrd="0" presId="urn:microsoft.com/office/officeart/2018/2/layout/IconLabelList"/>
    <dgm:cxn modelId="{92EBBD52-CA3D-477E-98D2-E02E48EEEA1F}" type="presParOf" srcId="{2A8EA8CC-F1C8-419F-90F0-1C203A08505C}" destId="{C7F442D7-88E2-4BD6-A68D-B566DE61CAA1}" srcOrd="1" destOrd="0" presId="urn:microsoft.com/office/officeart/2018/2/layout/IconLabelList"/>
    <dgm:cxn modelId="{7CBB7AF6-5BF7-43C4-815F-68EA0642E506}" type="presParOf" srcId="{2A8EA8CC-F1C8-419F-90F0-1C203A08505C}" destId="{762D26C7-AA24-4C7C-B2B0-681C8F92CE5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2E92F4B-8ABF-42EA-99C2-85964F9A03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E641D4F-03BE-49C6-93DB-62BA68F361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RSI measures the speed and change of price movements.</a:t>
          </a:r>
        </a:p>
      </dgm:t>
    </dgm:pt>
    <dgm:pt modelId="{18956614-0F8B-4A98-B61A-8D10BE4449FE}" type="parTrans" cxnId="{15A30432-5BDF-4DED-8C26-A6AB5290C034}">
      <dgm:prSet/>
      <dgm:spPr/>
      <dgm:t>
        <a:bodyPr/>
        <a:lstStyle/>
        <a:p>
          <a:endParaRPr lang="en-US"/>
        </a:p>
      </dgm:t>
    </dgm:pt>
    <dgm:pt modelId="{F8926FE2-2174-4FE5-B652-73698CB954D0}" type="sibTrans" cxnId="{15A30432-5BDF-4DED-8C26-A6AB5290C034}">
      <dgm:prSet/>
      <dgm:spPr/>
      <dgm:t>
        <a:bodyPr/>
        <a:lstStyle/>
        <a:p>
          <a:endParaRPr lang="en-US"/>
        </a:p>
      </dgm:t>
    </dgm:pt>
    <dgm:pt modelId="{88D92874-9A0A-4A11-8D0A-1C87EE02BD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oscillates between 0 and 100, with values above 70 indicating an overbought condition and below 30 indicating an oversold condition.</a:t>
          </a:r>
        </a:p>
      </dgm:t>
    </dgm:pt>
    <dgm:pt modelId="{3D67B556-D9E5-43A1-90E9-9C380637D0E2}" type="parTrans" cxnId="{6D8C4B80-854E-482A-BA3E-0F9AE47F7078}">
      <dgm:prSet/>
      <dgm:spPr/>
      <dgm:t>
        <a:bodyPr/>
        <a:lstStyle/>
        <a:p>
          <a:endParaRPr lang="en-US"/>
        </a:p>
      </dgm:t>
    </dgm:pt>
    <dgm:pt modelId="{8C36D375-B126-4A6A-B589-D720D844D283}" type="sibTrans" cxnId="{6D8C4B80-854E-482A-BA3E-0F9AE47F7078}">
      <dgm:prSet/>
      <dgm:spPr/>
      <dgm:t>
        <a:bodyPr/>
        <a:lstStyle/>
        <a:p>
          <a:endParaRPr lang="en-US"/>
        </a:p>
      </dgm:t>
    </dgm:pt>
    <dgm:pt modelId="{74812BEB-3B66-464B-88D0-078EF0F1A582}" type="pres">
      <dgm:prSet presAssocID="{D2E92F4B-8ABF-42EA-99C2-85964F9A0343}" presName="root" presStyleCnt="0">
        <dgm:presLayoutVars>
          <dgm:dir/>
          <dgm:resizeHandles val="exact"/>
        </dgm:presLayoutVars>
      </dgm:prSet>
      <dgm:spPr/>
    </dgm:pt>
    <dgm:pt modelId="{2ADE8B58-2C70-4811-8C71-98F7494E7F05}" type="pres">
      <dgm:prSet presAssocID="{9E641D4F-03BE-49C6-93DB-62BA68F3617D}" presName="compNode" presStyleCnt="0"/>
      <dgm:spPr/>
    </dgm:pt>
    <dgm:pt modelId="{48FF920C-7AD1-4E7B-8DA0-9C868F5B0F57}" type="pres">
      <dgm:prSet presAssocID="{9E641D4F-03BE-49C6-93DB-62BA68F3617D}" presName="bgRect" presStyleLbl="bgShp" presStyleIdx="0" presStyleCnt="2"/>
      <dgm:spPr/>
    </dgm:pt>
    <dgm:pt modelId="{6430B3DA-6265-4997-9B3B-EEE106344F2C}" type="pres">
      <dgm:prSet presAssocID="{9E641D4F-03BE-49C6-93DB-62BA68F361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27831051-5737-4783-87D9-9D866E976AAC}" type="pres">
      <dgm:prSet presAssocID="{9E641D4F-03BE-49C6-93DB-62BA68F3617D}" presName="spaceRect" presStyleCnt="0"/>
      <dgm:spPr/>
    </dgm:pt>
    <dgm:pt modelId="{0231587C-15CD-4D08-B570-7A584511CC0A}" type="pres">
      <dgm:prSet presAssocID="{9E641D4F-03BE-49C6-93DB-62BA68F3617D}" presName="parTx" presStyleLbl="revTx" presStyleIdx="0" presStyleCnt="2">
        <dgm:presLayoutVars>
          <dgm:chMax val="0"/>
          <dgm:chPref val="0"/>
        </dgm:presLayoutVars>
      </dgm:prSet>
      <dgm:spPr/>
    </dgm:pt>
    <dgm:pt modelId="{CF7EFC30-02DC-491A-867D-B6654C70298D}" type="pres">
      <dgm:prSet presAssocID="{F8926FE2-2174-4FE5-B652-73698CB954D0}" presName="sibTrans" presStyleCnt="0"/>
      <dgm:spPr/>
    </dgm:pt>
    <dgm:pt modelId="{BD40D587-6619-4F66-BCF2-FC016319E07A}" type="pres">
      <dgm:prSet presAssocID="{88D92874-9A0A-4A11-8D0A-1C87EE02BD23}" presName="compNode" presStyleCnt="0"/>
      <dgm:spPr/>
    </dgm:pt>
    <dgm:pt modelId="{2B340DFC-517D-4056-A2EB-56E5DBEAD32B}" type="pres">
      <dgm:prSet presAssocID="{88D92874-9A0A-4A11-8D0A-1C87EE02BD23}" presName="bgRect" presStyleLbl="bgShp" presStyleIdx="1" presStyleCnt="2"/>
      <dgm:spPr/>
    </dgm:pt>
    <dgm:pt modelId="{BC752DA9-9485-47AB-A951-30CF8A1DF18D}" type="pres">
      <dgm:prSet presAssocID="{88D92874-9A0A-4A11-8D0A-1C87EE02BD2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77997ACF-910A-4383-9CAF-A17FA6FCFDCE}" type="pres">
      <dgm:prSet presAssocID="{88D92874-9A0A-4A11-8D0A-1C87EE02BD23}" presName="spaceRect" presStyleCnt="0"/>
      <dgm:spPr/>
    </dgm:pt>
    <dgm:pt modelId="{B0A29826-9BC4-4D68-A053-D21821AB8B90}" type="pres">
      <dgm:prSet presAssocID="{88D92874-9A0A-4A11-8D0A-1C87EE02BD2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AD82717-657C-4A30-9F51-2FD3FDD9B955}" type="presOf" srcId="{9E641D4F-03BE-49C6-93DB-62BA68F3617D}" destId="{0231587C-15CD-4D08-B570-7A584511CC0A}" srcOrd="0" destOrd="0" presId="urn:microsoft.com/office/officeart/2018/2/layout/IconVerticalSolidList"/>
    <dgm:cxn modelId="{15A30432-5BDF-4DED-8C26-A6AB5290C034}" srcId="{D2E92F4B-8ABF-42EA-99C2-85964F9A0343}" destId="{9E641D4F-03BE-49C6-93DB-62BA68F3617D}" srcOrd="0" destOrd="0" parTransId="{18956614-0F8B-4A98-B61A-8D10BE4449FE}" sibTransId="{F8926FE2-2174-4FE5-B652-73698CB954D0}"/>
    <dgm:cxn modelId="{01DB833B-6987-4796-B648-C01BAB67CAA3}" type="presOf" srcId="{88D92874-9A0A-4A11-8D0A-1C87EE02BD23}" destId="{B0A29826-9BC4-4D68-A053-D21821AB8B90}" srcOrd="0" destOrd="0" presId="urn:microsoft.com/office/officeart/2018/2/layout/IconVerticalSolidList"/>
    <dgm:cxn modelId="{FA47AA5B-8448-4E9A-AC8C-02FEE3975186}" type="presOf" srcId="{D2E92F4B-8ABF-42EA-99C2-85964F9A0343}" destId="{74812BEB-3B66-464B-88D0-078EF0F1A582}" srcOrd="0" destOrd="0" presId="urn:microsoft.com/office/officeart/2018/2/layout/IconVerticalSolidList"/>
    <dgm:cxn modelId="{6D8C4B80-854E-482A-BA3E-0F9AE47F7078}" srcId="{D2E92F4B-8ABF-42EA-99C2-85964F9A0343}" destId="{88D92874-9A0A-4A11-8D0A-1C87EE02BD23}" srcOrd="1" destOrd="0" parTransId="{3D67B556-D9E5-43A1-90E9-9C380637D0E2}" sibTransId="{8C36D375-B126-4A6A-B589-D720D844D283}"/>
    <dgm:cxn modelId="{ACA77847-50F5-4A8E-B489-F81C507799EB}" type="presParOf" srcId="{74812BEB-3B66-464B-88D0-078EF0F1A582}" destId="{2ADE8B58-2C70-4811-8C71-98F7494E7F05}" srcOrd="0" destOrd="0" presId="urn:microsoft.com/office/officeart/2018/2/layout/IconVerticalSolidList"/>
    <dgm:cxn modelId="{22043285-E17E-4B37-AF36-6F0891EC84DC}" type="presParOf" srcId="{2ADE8B58-2C70-4811-8C71-98F7494E7F05}" destId="{48FF920C-7AD1-4E7B-8DA0-9C868F5B0F57}" srcOrd="0" destOrd="0" presId="urn:microsoft.com/office/officeart/2018/2/layout/IconVerticalSolidList"/>
    <dgm:cxn modelId="{A1D92AC1-014A-42EA-86E5-77AE72BC7E28}" type="presParOf" srcId="{2ADE8B58-2C70-4811-8C71-98F7494E7F05}" destId="{6430B3DA-6265-4997-9B3B-EEE106344F2C}" srcOrd="1" destOrd="0" presId="urn:microsoft.com/office/officeart/2018/2/layout/IconVerticalSolidList"/>
    <dgm:cxn modelId="{94A6E189-3118-4189-B730-A7BD69591912}" type="presParOf" srcId="{2ADE8B58-2C70-4811-8C71-98F7494E7F05}" destId="{27831051-5737-4783-87D9-9D866E976AAC}" srcOrd="2" destOrd="0" presId="urn:microsoft.com/office/officeart/2018/2/layout/IconVerticalSolidList"/>
    <dgm:cxn modelId="{0D0ADCE7-6A75-48F7-8260-EB5FBE4CD1C6}" type="presParOf" srcId="{2ADE8B58-2C70-4811-8C71-98F7494E7F05}" destId="{0231587C-15CD-4D08-B570-7A584511CC0A}" srcOrd="3" destOrd="0" presId="urn:microsoft.com/office/officeart/2018/2/layout/IconVerticalSolidList"/>
    <dgm:cxn modelId="{FC83B1C2-A9D8-4595-A26B-A81B66C769E4}" type="presParOf" srcId="{74812BEB-3B66-464B-88D0-078EF0F1A582}" destId="{CF7EFC30-02DC-491A-867D-B6654C70298D}" srcOrd="1" destOrd="0" presId="urn:microsoft.com/office/officeart/2018/2/layout/IconVerticalSolidList"/>
    <dgm:cxn modelId="{E847CC56-5A3C-49D8-8D86-A7AFE963FB74}" type="presParOf" srcId="{74812BEB-3B66-464B-88D0-078EF0F1A582}" destId="{BD40D587-6619-4F66-BCF2-FC016319E07A}" srcOrd="2" destOrd="0" presId="urn:microsoft.com/office/officeart/2018/2/layout/IconVerticalSolidList"/>
    <dgm:cxn modelId="{75202DAF-209C-4362-ABB3-5A4153EF82D2}" type="presParOf" srcId="{BD40D587-6619-4F66-BCF2-FC016319E07A}" destId="{2B340DFC-517D-4056-A2EB-56E5DBEAD32B}" srcOrd="0" destOrd="0" presId="urn:microsoft.com/office/officeart/2018/2/layout/IconVerticalSolidList"/>
    <dgm:cxn modelId="{A3A1EB91-C787-4E2B-83D8-064D7CC3961B}" type="presParOf" srcId="{BD40D587-6619-4F66-BCF2-FC016319E07A}" destId="{BC752DA9-9485-47AB-A951-30CF8A1DF18D}" srcOrd="1" destOrd="0" presId="urn:microsoft.com/office/officeart/2018/2/layout/IconVerticalSolidList"/>
    <dgm:cxn modelId="{698EA607-07B1-447B-97FE-2857AB1E7B2F}" type="presParOf" srcId="{BD40D587-6619-4F66-BCF2-FC016319E07A}" destId="{77997ACF-910A-4383-9CAF-A17FA6FCFDCE}" srcOrd="2" destOrd="0" presId="urn:microsoft.com/office/officeart/2018/2/layout/IconVerticalSolidList"/>
    <dgm:cxn modelId="{36885A83-9EB2-42B5-BD96-AF7DEFC36899}" type="presParOf" srcId="{BD40D587-6619-4F66-BCF2-FC016319E07A}" destId="{B0A29826-9BC4-4D68-A053-D21821AB8B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4303112-BD7B-44B0-9D45-EF13823250A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61005E9-7574-495E-AE2D-4EA89787E16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dirty="0"/>
            <a:t>MACD is a trend-following momentum indicator that shows the relationship between two moving averages of a security's price.</a:t>
          </a:r>
        </a:p>
      </dgm:t>
    </dgm:pt>
    <dgm:pt modelId="{2F5BC00B-D339-454C-8B79-87229614DC3F}" type="parTrans" cxnId="{29D1F992-6A82-4DC3-991E-CF77AC00CAA4}">
      <dgm:prSet/>
      <dgm:spPr/>
      <dgm:t>
        <a:bodyPr/>
        <a:lstStyle/>
        <a:p>
          <a:endParaRPr lang="en-US"/>
        </a:p>
      </dgm:t>
    </dgm:pt>
    <dgm:pt modelId="{A95814B7-A65A-4865-AF71-A339D4E4AB69}" type="sibTrans" cxnId="{29D1F992-6A82-4DC3-991E-CF77AC00CAA4}">
      <dgm:prSet/>
      <dgm:spPr/>
      <dgm:t>
        <a:bodyPr/>
        <a:lstStyle/>
        <a:p>
          <a:endParaRPr lang="en-US"/>
        </a:p>
      </dgm:t>
    </dgm:pt>
    <dgm:pt modelId="{1A00F590-43CD-41EE-82B2-7E492000F858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dirty="0"/>
            <a:t>The MACD line is the difference between the 12-day and 26-day exponential moving averages (EMA).</a:t>
          </a:r>
        </a:p>
      </dgm:t>
    </dgm:pt>
    <dgm:pt modelId="{E3D2E7D1-8328-4F08-8671-87B3A88A3176}" type="parTrans" cxnId="{C7E8012B-2195-47F6-A043-72810055A3B2}">
      <dgm:prSet/>
      <dgm:spPr/>
      <dgm:t>
        <a:bodyPr/>
        <a:lstStyle/>
        <a:p>
          <a:endParaRPr lang="en-US"/>
        </a:p>
      </dgm:t>
    </dgm:pt>
    <dgm:pt modelId="{4A1B707C-6718-4257-BBFD-0A297E17169B}" type="sibTrans" cxnId="{C7E8012B-2195-47F6-A043-72810055A3B2}">
      <dgm:prSet/>
      <dgm:spPr/>
      <dgm:t>
        <a:bodyPr/>
        <a:lstStyle/>
        <a:p>
          <a:endParaRPr lang="en-US"/>
        </a:p>
      </dgm:t>
    </dgm:pt>
    <dgm:pt modelId="{503CCDF3-7003-4317-9706-46581733449D}" type="pres">
      <dgm:prSet presAssocID="{94303112-BD7B-44B0-9D45-EF13823250A4}" presName="root" presStyleCnt="0">
        <dgm:presLayoutVars>
          <dgm:dir/>
          <dgm:resizeHandles val="exact"/>
        </dgm:presLayoutVars>
      </dgm:prSet>
      <dgm:spPr/>
    </dgm:pt>
    <dgm:pt modelId="{72101994-B06B-4AD7-8587-AC5E877B9FD6}" type="pres">
      <dgm:prSet presAssocID="{261005E9-7574-495E-AE2D-4EA89787E16C}" presName="compNode" presStyleCnt="0"/>
      <dgm:spPr/>
    </dgm:pt>
    <dgm:pt modelId="{BBC95761-33E4-4CD8-8E1B-0D424D87B390}" type="pres">
      <dgm:prSet presAssocID="{261005E9-7574-495E-AE2D-4EA89787E16C}" presName="iconBgRect" presStyleLbl="bgShp" presStyleIdx="0" presStyleCnt="2"/>
      <dgm:spPr/>
    </dgm:pt>
    <dgm:pt modelId="{97C632F1-19C9-4158-848F-6B084FD352BD}" type="pres">
      <dgm:prSet presAssocID="{261005E9-7574-495E-AE2D-4EA89787E16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63770D80-4D37-4716-BA27-35E5E3518E1B}" type="pres">
      <dgm:prSet presAssocID="{261005E9-7574-495E-AE2D-4EA89787E16C}" presName="spaceRect" presStyleCnt="0"/>
      <dgm:spPr/>
    </dgm:pt>
    <dgm:pt modelId="{BC8107E7-61A5-4B5D-9628-CD21F26DBA32}" type="pres">
      <dgm:prSet presAssocID="{261005E9-7574-495E-AE2D-4EA89787E16C}" presName="textRect" presStyleLbl="revTx" presStyleIdx="0" presStyleCnt="2">
        <dgm:presLayoutVars>
          <dgm:chMax val="1"/>
          <dgm:chPref val="1"/>
        </dgm:presLayoutVars>
      </dgm:prSet>
      <dgm:spPr/>
    </dgm:pt>
    <dgm:pt modelId="{8D4CFF40-D637-4D13-B0A7-78B501C83EF1}" type="pres">
      <dgm:prSet presAssocID="{A95814B7-A65A-4865-AF71-A339D4E4AB69}" presName="sibTrans" presStyleCnt="0"/>
      <dgm:spPr/>
    </dgm:pt>
    <dgm:pt modelId="{8BC0292F-5F47-4347-AD56-6E64FA9F4040}" type="pres">
      <dgm:prSet presAssocID="{1A00F590-43CD-41EE-82B2-7E492000F858}" presName="compNode" presStyleCnt="0"/>
      <dgm:spPr/>
    </dgm:pt>
    <dgm:pt modelId="{A2D21A6E-0134-4163-BBEB-74D3FF63C648}" type="pres">
      <dgm:prSet presAssocID="{1A00F590-43CD-41EE-82B2-7E492000F858}" presName="iconBgRect" presStyleLbl="bgShp" presStyleIdx="1" presStyleCnt="2"/>
      <dgm:spPr/>
    </dgm:pt>
    <dgm:pt modelId="{507EC8DB-F2D3-49CE-A2C4-3DFBDA7E03C1}" type="pres">
      <dgm:prSet presAssocID="{1A00F590-43CD-41EE-82B2-7E492000F85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85BF0BE-562C-4625-96DA-92329C24E861}" type="pres">
      <dgm:prSet presAssocID="{1A00F590-43CD-41EE-82B2-7E492000F858}" presName="spaceRect" presStyleCnt="0"/>
      <dgm:spPr/>
    </dgm:pt>
    <dgm:pt modelId="{EE7AAC6D-5880-4CB8-B0C8-CEB87AF040EA}" type="pres">
      <dgm:prSet presAssocID="{1A00F590-43CD-41EE-82B2-7E492000F85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6397825-5A5B-4943-8660-52CBF38E5BF6}" type="presOf" srcId="{1A00F590-43CD-41EE-82B2-7E492000F858}" destId="{EE7AAC6D-5880-4CB8-B0C8-CEB87AF040EA}" srcOrd="0" destOrd="0" presId="urn:microsoft.com/office/officeart/2018/5/layout/IconCircleLabelList"/>
    <dgm:cxn modelId="{C7E8012B-2195-47F6-A043-72810055A3B2}" srcId="{94303112-BD7B-44B0-9D45-EF13823250A4}" destId="{1A00F590-43CD-41EE-82B2-7E492000F858}" srcOrd="1" destOrd="0" parTransId="{E3D2E7D1-8328-4F08-8671-87B3A88A3176}" sibTransId="{4A1B707C-6718-4257-BBFD-0A297E17169B}"/>
    <dgm:cxn modelId="{29D1F992-6A82-4DC3-991E-CF77AC00CAA4}" srcId="{94303112-BD7B-44B0-9D45-EF13823250A4}" destId="{261005E9-7574-495E-AE2D-4EA89787E16C}" srcOrd="0" destOrd="0" parTransId="{2F5BC00B-D339-454C-8B79-87229614DC3F}" sibTransId="{A95814B7-A65A-4865-AF71-A339D4E4AB69}"/>
    <dgm:cxn modelId="{75EAF1C5-7A63-4F3B-979B-E566335806D3}" type="presOf" srcId="{94303112-BD7B-44B0-9D45-EF13823250A4}" destId="{503CCDF3-7003-4317-9706-46581733449D}" srcOrd="0" destOrd="0" presId="urn:microsoft.com/office/officeart/2018/5/layout/IconCircleLabelList"/>
    <dgm:cxn modelId="{33D08FEF-568E-48CF-A516-50B3C46EE3C9}" type="presOf" srcId="{261005E9-7574-495E-AE2D-4EA89787E16C}" destId="{BC8107E7-61A5-4B5D-9628-CD21F26DBA32}" srcOrd="0" destOrd="0" presId="urn:microsoft.com/office/officeart/2018/5/layout/IconCircleLabelList"/>
    <dgm:cxn modelId="{96C5F61B-F421-454A-8015-0FAA21FE60C5}" type="presParOf" srcId="{503CCDF3-7003-4317-9706-46581733449D}" destId="{72101994-B06B-4AD7-8587-AC5E877B9FD6}" srcOrd="0" destOrd="0" presId="urn:microsoft.com/office/officeart/2018/5/layout/IconCircleLabelList"/>
    <dgm:cxn modelId="{8731033C-6FD8-4DB6-9EA4-F009D1CFB121}" type="presParOf" srcId="{72101994-B06B-4AD7-8587-AC5E877B9FD6}" destId="{BBC95761-33E4-4CD8-8E1B-0D424D87B390}" srcOrd="0" destOrd="0" presId="urn:microsoft.com/office/officeart/2018/5/layout/IconCircleLabelList"/>
    <dgm:cxn modelId="{BAFC33B5-9128-4DDF-8677-2B093D6326EC}" type="presParOf" srcId="{72101994-B06B-4AD7-8587-AC5E877B9FD6}" destId="{97C632F1-19C9-4158-848F-6B084FD352BD}" srcOrd="1" destOrd="0" presId="urn:microsoft.com/office/officeart/2018/5/layout/IconCircleLabelList"/>
    <dgm:cxn modelId="{EA7B090F-698A-421B-9C92-2F271BC332A5}" type="presParOf" srcId="{72101994-B06B-4AD7-8587-AC5E877B9FD6}" destId="{63770D80-4D37-4716-BA27-35E5E3518E1B}" srcOrd="2" destOrd="0" presId="urn:microsoft.com/office/officeart/2018/5/layout/IconCircleLabelList"/>
    <dgm:cxn modelId="{5943A633-1395-4148-8D5A-D279F6EE9D84}" type="presParOf" srcId="{72101994-B06B-4AD7-8587-AC5E877B9FD6}" destId="{BC8107E7-61A5-4B5D-9628-CD21F26DBA32}" srcOrd="3" destOrd="0" presId="urn:microsoft.com/office/officeart/2018/5/layout/IconCircleLabelList"/>
    <dgm:cxn modelId="{76A9B23E-4FE2-45F0-B0B4-EBCB50D29A47}" type="presParOf" srcId="{503CCDF3-7003-4317-9706-46581733449D}" destId="{8D4CFF40-D637-4D13-B0A7-78B501C83EF1}" srcOrd="1" destOrd="0" presId="urn:microsoft.com/office/officeart/2018/5/layout/IconCircleLabelList"/>
    <dgm:cxn modelId="{DF24CC8F-32E0-4D4A-8F5D-79D545C1820C}" type="presParOf" srcId="{503CCDF3-7003-4317-9706-46581733449D}" destId="{8BC0292F-5F47-4347-AD56-6E64FA9F4040}" srcOrd="2" destOrd="0" presId="urn:microsoft.com/office/officeart/2018/5/layout/IconCircleLabelList"/>
    <dgm:cxn modelId="{1AC3B200-B309-4B44-B2FB-A21BE6D0E48C}" type="presParOf" srcId="{8BC0292F-5F47-4347-AD56-6E64FA9F4040}" destId="{A2D21A6E-0134-4163-BBEB-74D3FF63C648}" srcOrd="0" destOrd="0" presId="urn:microsoft.com/office/officeart/2018/5/layout/IconCircleLabelList"/>
    <dgm:cxn modelId="{445A5BF1-5290-4AFA-BE86-4B7B8827C977}" type="presParOf" srcId="{8BC0292F-5F47-4347-AD56-6E64FA9F4040}" destId="{507EC8DB-F2D3-49CE-A2C4-3DFBDA7E03C1}" srcOrd="1" destOrd="0" presId="urn:microsoft.com/office/officeart/2018/5/layout/IconCircleLabelList"/>
    <dgm:cxn modelId="{93AC3633-B2AA-4A4C-86B8-2E966995DDAC}" type="presParOf" srcId="{8BC0292F-5F47-4347-AD56-6E64FA9F4040}" destId="{185BF0BE-562C-4625-96DA-92329C24E861}" srcOrd="2" destOrd="0" presId="urn:microsoft.com/office/officeart/2018/5/layout/IconCircleLabelList"/>
    <dgm:cxn modelId="{A0D6CD62-3AD3-46C0-9EE2-F474385B7D90}" type="presParOf" srcId="{8BC0292F-5F47-4347-AD56-6E64FA9F4040}" destId="{EE7AAC6D-5880-4CB8-B0C8-CEB87AF040E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58EEBFC-B7E1-4251-8766-B50166A15006}" type="doc">
      <dgm:prSet loTypeId="urn:microsoft.com/office/officeart/2005/8/layout/arrow5" loCatId="relationship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15D55F6-C3E7-4979-8F99-16D0D97CE1B3}">
      <dgm:prSet/>
      <dgm:spPr/>
      <dgm:t>
        <a:bodyPr/>
        <a:lstStyle/>
        <a:p>
          <a:r>
            <a:rPr lang="en-US"/>
            <a:t>The MACD signal line is a 9-day EMA of the MACD line.</a:t>
          </a:r>
        </a:p>
      </dgm:t>
    </dgm:pt>
    <dgm:pt modelId="{E533321A-55B0-470C-8704-A579B2BD59BE}" type="parTrans" cxnId="{DC697D13-E0C1-4045-A5E0-72262C0E1516}">
      <dgm:prSet/>
      <dgm:spPr/>
      <dgm:t>
        <a:bodyPr/>
        <a:lstStyle/>
        <a:p>
          <a:endParaRPr lang="en-US"/>
        </a:p>
      </dgm:t>
    </dgm:pt>
    <dgm:pt modelId="{DDD254ED-EF95-45EF-8192-F4A87EBCC5FF}" type="sibTrans" cxnId="{DC697D13-E0C1-4045-A5E0-72262C0E1516}">
      <dgm:prSet/>
      <dgm:spPr/>
      <dgm:t>
        <a:bodyPr/>
        <a:lstStyle/>
        <a:p>
          <a:endParaRPr lang="en-US"/>
        </a:p>
      </dgm:t>
    </dgm:pt>
    <dgm:pt modelId="{2E22AB78-57DE-4664-BFDB-8FC98B7AE8AB}">
      <dgm:prSet/>
      <dgm:spPr/>
      <dgm:t>
        <a:bodyPr/>
        <a:lstStyle/>
        <a:p>
          <a:r>
            <a:rPr lang="en-US"/>
            <a:t>It is used to identify buy or sell signals based on crossovers with the MACD line.</a:t>
          </a:r>
        </a:p>
      </dgm:t>
    </dgm:pt>
    <dgm:pt modelId="{E8B6A3FB-6C3F-4D18-96B1-D92C930105A3}" type="parTrans" cxnId="{0903F5DF-D031-42CA-AC0C-574A31CD9563}">
      <dgm:prSet/>
      <dgm:spPr/>
      <dgm:t>
        <a:bodyPr/>
        <a:lstStyle/>
        <a:p>
          <a:endParaRPr lang="en-US"/>
        </a:p>
      </dgm:t>
    </dgm:pt>
    <dgm:pt modelId="{0A600914-43D3-46D1-A98E-BA59AC76C2CC}" type="sibTrans" cxnId="{0903F5DF-D031-42CA-AC0C-574A31CD9563}">
      <dgm:prSet/>
      <dgm:spPr/>
      <dgm:t>
        <a:bodyPr/>
        <a:lstStyle/>
        <a:p>
          <a:endParaRPr lang="en-US"/>
        </a:p>
      </dgm:t>
    </dgm:pt>
    <dgm:pt modelId="{A4456513-BE60-4C0A-8471-843790D7FEC1}" type="pres">
      <dgm:prSet presAssocID="{C58EEBFC-B7E1-4251-8766-B50166A15006}" presName="diagram" presStyleCnt="0">
        <dgm:presLayoutVars>
          <dgm:dir/>
          <dgm:resizeHandles val="exact"/>
        </dgm:presLayoutVars>
      </dgm:prSet>
      <dgm:spPr/>
    </dgm:pt>
    <dgm:pt modelId="{97430AFF-B904-420C-BD08-08816CD3C355}" type="pres">
      <dgm:prSet presAssocID="{015D55F6-C3E7-4979-8F99-16D0D97CE1B3}" presName="arrow" presStyleLbl="node1" presStyleIdx="0" presStyleCnt="2">
        <dgm:presLayoutVars>
          <dgm:bulletEnabled val="1"/>
        </dgm:presLayoutVars>
      </dgm:prSet>
      <dgm:spPr/>
    </dgm:pt>
    <dgm:pt modelId="{F16B4DC0-54DE-42B8-A470-E9C5AC6C3B62}" type="pres">
      <dgm:prSet presAssocID="{2E22AB78-57DE-4664-BFDB-8FC98B7AE8AB}" presName="arrow" presStyleLbl="node1" presStyleIdx="1" presStyleCnt="2">
        <dgm:presLayoutVars>
          <dgm:bulletEnabled val="1"/>
        </dgm:presLayoutVars>
      </dgm:prSet>
      <dgm:spPr/>
    </dgm:pt>
  </dgm:ptLst>
  <dgm:cxnLst>
    <dgm:cxn modelId="{DC697D13-E0C1-4045-A5E0-72262C0E1516}" srcId="{C58EEBFC-B7E1-4251-8766-B50166A15006}" destId="{015D55F6-C3E7-4979-8F99-16D0D97CE1B3}" srcOrd="0" destOrd="0" parTransId="{E533321A-55B0-470C-8704-A579B2BD59BE}" sibTransId="{DDD254ED-EF95-45EF-8192-F4A87EBCC5FF}"/>
    <dgm:cxn modelId="{37AB1CC4-1DEA-433D-B233-309FDDD13F7E}" type="presOf" srcId="{015D55F6-C3E7-4979-8F99-16D0D97CE1B3}" destId="{97430AFF-B904-420C-BD08-08816CD3C355}" srcOrd="0" destOrd="0" presId="urn:microsoft.com/office/officeart/2005/8/layout/arrow5"/>
    <dgm:cxn modelId="{2905EBC8-32AD-4BE8-BC51-70437169C569}" type="presOf" srcId="{C58EEBFC-B7E1-4251-8766-B50166A15006}" destId="{A4456513-BE60-4C0A-8471-843790D7FEC1}" srcOrd="0" destOrd="0" presId="urn:microsoft.com/office/officeart/2005/8/layout/arrow5"/>
    <dgm:cxn modelId="{E4EBAFD3-D59F-4E0F-A186-95DEF23BB8CC}" type="presOf" srcId="{2E22AB78-57DE-4664-BFDB-8FC98B7AE8AB}" destId="{F16B4DC0-54DE-42B8-A470-E9C5AC6C3B62}" srcOrd="0" destOrd="0" presId="urn:microsoft.com/office/officeart/2005/8/layout/arrow5"/>
    <dgm:cxn modelId="{0903F5DF-D031-42CA-AC0C-574A31CD9563}" srcId="{C58EEBFC-B7E1-4251-8766-B50166A15006}" destId="{2E22AB78-57DE-4664-BFDB-8FC98B7AE8AB}" srcOrd="1" destOrd="0" parTransId="{E8B6A3FB-6C3F-4D18-96B1-D92C930105A3}" sibTransId="{0A600914-43D3-46D1-A98E-BA59AC76C2CC}"/>
    <dgm:cxn modelId="{8EBE41A6-9732-4657-B6C6-07A9DBBD86D4}" type="presParOf" srcId="{A4456513-BE60-4C0A-8471-843790D7FEC1}" destId="{97430AFF-B904-420C-BD08-08816CD3C355}" srcOrd="0" destOrd="0" presId="urn:microsoft.com/office/officeart/2005/8/layout/arrow5"/>
    <dgm:cxn modelId="{1042A215-5582-46C3-A425-E6FA354FC77F}" type="presParOf" srcId="{A4456513-BE60-4C0A-8471-843790D7FEC1}" destId="{F16B4DC0-54DE-42B8-A470-E9C5AC6C3B62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D04DF79-CA09-499B-A606-B851821A1BF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468B78-8539-4D68-9185-D62CE2FC730F}">
      <dgm:prSet/>
      <dgm:spPr/>
      <dgm:t>
        <a:bodyPr/>
        <a:lstStyle/>
        <a:p>
          <a:r>
            <a:rPr lang="en-US"/>
            <a:t>ADX measures the strength of a trend.</a:t>
          </a:r>
        </a:p>
      </dgm:t>
    </dgm:pt>
    <dgm:pt modelId="{80D80CE9-C914-4B9B-8C22-2532FB39D264}" type="parTrans" cxnId="{4EB3DE3C-F233-4708-8E4E-1686ECB0C9CC}">
      <dgm:prSet/>
      <dgm:spPr/>
      <dgm:t>
        <a:bodyPr/>
        <a:lstStyle/>
        <a:p>
          <a:endParaRPr lang="en-US"/>
        </a:p>
      </dgm:t>
    </dgm:pt>
    <dgm:pt modelId="{C6F05009-7CB4-460E-B1C3-2147F553B545}" type="sibTrans" cxnId="{4EB3DE3C-F233-4708-8E4E-1686ECB0C9CC}">
      <dgm:prSet/>
      <dgm:spPr/>
      <dgm:t>
        <a:bodyPr/>
        <a:lstStyle/>
        <a:p>
          <a:endParaRPr lang="en-US"/>
        </a:p>
      </dgm:t>
    </dgm:pt>
    <dgm:pt modelId="{F6F75C4C-D057-4B23-AD06-B87895D8D529}">
      <dgm:prSet/>
      <dgm:spPr/>
      <dgm:t>
        <a:bodyPr/>
        <a:lstStyle/>
        <a:p>
          <a:r>
            <a:rPr lang="en-US"/>
            <a:t>Values above 25 indicate a strong trend, while values below 20 suggest a weak trend.</a:t>
          </a:r>
        </a:p>
      </dgm:t>
    </dgm:pt>
    <dgm:pt modelId="{1448062D-05D1-436A-A2F6-4223B21807B8}" type="parTrans" cxnId="{7D985FFA-50D9-467D-A78D-D285E24600DE}">
      <dgm:prSet/>
      <dgm:spPr/>
      <dgm:t>
        <a:bodyPr/>
        <a:lstStyle/>
        <a:p>
          <a:endParaRPr lang="en-US"/>
        </a:p>
      </dgm:t>
    </dgm:pt>
    <dgm:pt modelId="{A2684808-3932-488C-B49F-C6CE548A258C}" type="sibTrans" cxnId="{7D985FFA-50D9-467D-A78D-D285E24600DE}">
      <dgm:prSet/>
      <dgm:spPr/>
      <dgm:t>
        <a:bodyPr/>
        <a:lstStyle/>
        <a:p>
          <a:endParaRPr lang="en-US"/>
        </a:p>
      </dgm:t>
    </dgm:pt>
    <dgm:pt modelId="{50EE81B7-CA79-40F3-B793-08408874FD2A}" type="pres">
      <dgm:prSet presAssocID="{6D04DF79-CA09-499B-A606-B851821A1BF8}" presName="root" presStyleCnt="0">
        <dgm:presLayoutVars>
          <dgm:dir/>
          <dgm:resizeHandles val="exact"/>
        </dgm:presLayoutVars>
      </dgm:prSet>
      <dgm:spPr/>
    </dgm:pt>
    <dgm:pt modelId="{902D4A6A-2074-4CC3-B5D6-F3166D09667C}" type="pres">
      <dgm:prSet presAssocID="{35468B78-8539-4D68-9185-D62CE2FC730F}" presName="compNode" presStyleCnt="0"/>
      <dgm:spPr/>
    </dgm:pt>
    <dgm:pt modelId="{C6628325-3235-4ED4-82FE-8BED53DF330B}" type="pres">
      <dgm:prSet presAssocID="{35468B78-8539-4D68-9185-D62CE2FC73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91435099-622D-4E69-AC1E-8E2B4C986D7C}" type="pres">
      <dgm:prSet presAssocID="{35468B78-8539-4D68-9185-D62CE2FC730F}" presName="spaceRect" presStyleCnt="0"/>
      <dgm:spPr/>
    </dgm:pt>
    <dgm:pt modelId="{6A3BA28A-2D87-4AE4-A9D4-8CD6FC4260E3}" type="pres">
      <dgm:prSet presAssocID="{35468B78-8539-4D68-9185-D62CE2FC730F}" presName="textRect" presStyleLbl="revTx" presStyleIdx="0" presStyleCnt="2">
        <dgm:presLayoutVars>
          <dgm:chMax val="1"/>
          <dgm:chPref val="1"/>
        </dgm:presLayoutVars>
      </dgm:prSet>
      <dgm:spPr/>
    </dgm:pt>
    <dgm:pt modelId="{C092E350-AA6E-412D-B029-D562F1011417}" type="pres">
      <dgm:prSet presAssocID="{C6F05009-7CB4-460E-B1C3-2147F553B545}" presName="sibTrans" presStyleCnt="0"/>
      <dgm:spPr/>
    </dgm:pt>
    <dgm:pt modelId="{B38F2095-3E15-4F5F-9BFF-A461A04C54CC}" type="pres">
      <dgm:prSet presAssocID="{F6F75C4C-D057-4B23-AD06-B87895D8D529}" presName="compNode" presStyleCnt="0"/>
      <dgm:spPr/>
    </dgm:pt>
    <dgm:pt modelId="{61D26D58-F21C-44D5-9448-E8D0ACF4E20A}" type="pres">
      <dgm:prSet presAssocID="{F6F75C4C-D057-4B23-AD06-B87895D8D5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9CB15770-A754-4010-8D4E-93B0E65175C4}" type="pres">
      <dgm:prSet presAssocID="{F6F75C4C-D057-4B23-AD06-B87895D8D529}" presName="spaceRect" presStyleCnt="0"/>
      <dgm:spPr/>
    </dgm:pt>
    <dgm:pt modelId="{891CAEFB-73F9-471F-9666-77868B9FF15E}" type="pres">
      <dgm:prSet presAssocID="{F6F75C4C-D057-4B23-AD06-B87895D8D5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EB3DE3C-F233-4708-8E4E-1686ECB0C9CC}" srcId="{6D04DF79-CA09-499B-A606-B851821A1BF8}" destId="{35468B78-8539-4D68-9185-D62CE2FC730F}" srcOrd="0" destOrd="0" parTransId="{80D80CE9-C914-4B9B-8C22-2532FB39D264}" sibTransId="{C6F05009-7CB4-460E-B1C3-2147F553B545}"/>
    <dgm:cxn modelId="{C5B79C70-A68B-48A5-8BA7-BF1F89A56E02}" type="presOf" srcId="{F6F75C4C-D057-4B23-AD06-B87895D8D529}" destId="{891CAEFB-73F9-471F-9666-77868B9FF15E}" srcOrd="0" destOrd="0" presId="urn:microsoft.com/office/officeart/2018/2/layout/IconLabelList"/>
    <dgm:cxn modelId="{5494EEA9-7CB2-4F97-B557-FEF73E1EBF3F}" type="presOf" srcId="{35468B78-8539-4D68-9185-D62CE2FC730F}" destId="{6A3BA28A-2D87-4AE4-A9D4-8CD6FC4260E3}" srcOrd="0" destOrd="0" presId="urn:microsoft.com/office/officeart/2018/2/layout/IconLabelList"/>
    <dgm:cxn modelId="{0052D8ED-7D08-4486-8CF6-F827FFFD92FB}" type="presOf" srcId="{6D04DF79-CA09-499B-A606-B851821A1BF8}" destId="{50EE81B7-CA79-40F3-B793-08408874FD2A}" srcOrd="0" destOrd="0" presId="urn:microsoft.com/office/officeart/2018/2/layout/IconLabelList"/>
    <dgm:cxn modelId="{7D985FFA-50D9-467D-A78D-D285E24600DE}" srcId="{6D04DF79-CA09-499B-A606-B851821A1BF8}" destId="{F6F75C4C-D057-4B23-AD06-B87895D8D529}" srcOrd="1" destOrd="0" parTransId="{1448062D-05D1-436A-A2F6-4223B21807B8}" sibTransId="{A2684808-3932-488C-B49F-C6CE548A258C}"/>
    <dgm:cxn modelId="{6205A9EB-BF56-48C0-8BC9-5C752F1E3C6F}" type="presParOf" srcId="{50EE81B7-CA79-40F3-B793-08408874FD2A}" destId="{902D4A6A-2074-4CC3-B5D6-F3166D09667C}" srcOrd="0" destOrd="0" presId="urn:microsoft.com/office/officeart/2018/2/layout/IconLabelList"/>
    <dgm:cxn modelId="{D72F3C72-BE55-4CAA-B018-DE8539B7B7DC}" type="presParOf" srcId="{902D4A6A-2074-4CC3-B5D6-F3166D09667C}" destId="{C6628325-3235-4ED4-82FE-8BED53DF330B}" srcOrd="0" destOrd="0" presId="urn:microsoft.com/office/officeart/2018/2/layout/IconLabelList"/>
    <dgm:cxn modelId="{653301CA-F79C-44A5-9CAD-BDAEB6F1CB8F}" type="presParOf" srcId="{902D4A6A-2074-4CC3-B5D6-F3166D09667C}" destId="{91435099-622D-4E69-AC1E-8E2B4C986D7C}" srcOrd="1" destOrd="0" presId="urn:microsoft.com/office/officeart/2018/2/layout/IconLabelList"/>
    <dgm:cxn modelId="{5669914F-6D44-4225-85B2-88D0B07BF15B}" type="presParOf" srcId="{902D4A6A-2074-4CC3-B5D6-F3166D09667C}" destId="{6A3BA28A-2D87-4AE4-A9D4-8CD6FC4260E3}" srcOrd="2" destOrd="0" presId="urn:microsoft.com/office/officeart/2018/2/layout/IconLabelList"/>
    <dgm:cxn modelId="{2756C00D-9FBA-45C4-A6C4-A269EB5E6312}" type="presParOf" srcId="{50EE81B7-CA79-40F3-B793-08408874FD2A}" destId="{C092E350-AA6E-412D-B029-D562F1011417}" srcOrd="1" destOrd="0" presId="urn:microsoft.com/office/officeart/2018/2/layout/IconLabelList"/>
    <dgm:cxn modelId="{1DFB9ECC-4F44-41EE-BD1E-ABD702FB720D}" type="presParOf" srcId="{50EE81B7-CA79-40F3-B793-08408874FD2A}" destId="{B38F2095-3E15-4F5F-9BFF-A461A04C54CC}" srcOrd="2" destOrd="0" presId="urn:microsoft.com/office/officeart/2018/2/layout/IconLabelList"/>
    <dgm:cxn modelId="{EF592106-26D4-43B7-860C-51B1B517228C}" type="presParOf" srcId="{B38F2095-3E15-4F5F-9BFF-A461A04C54CC}" destId="{61D26D58-F21C-44D5-9448-E8D0ACF4E20A}" srcOrd="0" destOrd="0" presId="urn:microsoft.com/office/officeart/2018/2/layout/IconLabelList"/>
    <dgm:cxn modelId="{9C16F2BE-6F17-4558-BADD-F681E90FC5BB}" type="presParOf" srcId="{B38F2095-3E15-4F5F-9BFF-A461A04C54CC}" destId="{9CB15770-A754-4010-8D4E-93B0E65175C4}" srcOrd="1" destOrd="0" presId="urn:microsoft.com/office/officeart/2018/2/layout/IconLabelList"/>
    <dgm:cxn modelId="{E59FF866-0114-445F-9609-53C0E2381A69}" type="presParOf" srcId="{B38F2095-3E15-4F5F-9BFF-A461A04C54CC}" destId="{891CAEFB-73F9-471F-9666-77868B9FF1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D2A36FE-AE9B-4C6B-8310-DDF9758956D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EC969B-D350-44A8-9F72-E050F7F70C86}">
      <dgm:prSet/>
      <dgm:spPr/>
      <dgm:t>
        <a:bodyPr/>
        <a:lstStyle/>
        <a:p>
          <a:r>
            <a:rPr lang="en-US"/>
            <a:t>ATR is a volatility indicator that measures the degree of price movement for a given period.</a:t>
          </a:r>
        </a:p>
      </dgm:t>
    </dgm:pt>
    <dgm:pt modelId="{92C16BE6-74AD-4EAC-81DD-061C4739922C}" type="parTrans" cxnId="{66E9B060-0C27-46D7-AA5B-6DA4B09D4128}">
      <dgm:prSet/>
      <dgm:spPr/>
      <dgm:t>
        <a:bodyPr/>
        <a:lstStyle/>
        <a:p>
          <a:endParaRPr lang="en-US"/>
        </a:p>
      </dgm:t>
    </dgm:pt>
    <dgm:pt modelId="{F2B9CBD5-1965-48B6-A1EF-09BB0B75B9D1}" type="sibTrans" cxnId="{66E9B060-0C27-46D7-AA5B-6DA4B09D4128}">
      <dgm:prSet/>
      <dgm:spPr/>
      <dgm:t>
        <a:bodyPr/>
        <a:lstStyle/>
        <a:p>
          <a:endParaRPr lang="en-US"/>
        </a:p>
      </dgm:t>
    </dgm:pt>
    <dgm:pt modelId="{DBE4589B-E0F9-4506-8864-742DCFEBD994}">
      <dgm:prSet/>
      <dgm:spPr/>
      <dgm:t>
        <a:bodyPr/>
        <a:lstStyle/>
        <a:p>
          <a:r>
            <a:rPr lang="en-US"/>
            <a:t>Higher ATR values indicate higher volatility, while lower values indicate lower volatility.</a:t>
          </a:r>
        </a:p>
      </dgm:t>
    </dgm:pt>
    <dgm:pt modelId="{61F78419-C08E-47E5-9A7C-486EC84B0EB6}" type="parTrans" cxnId="{E46E28D5-BC5B-48E9-A84B-FB829637F353}">
      <dgm:prSet/>
      <dgm:spPr/>
      <dgm:t>
        <a:bodyPr/>
        <a:lstStyle/>
        <a:p>
          <a:endParaRPr lang="en-US"/>
        </a:p>
      </dgm:t>
    </dgm:pt>
    <dgm:pt modelId="{D9B5755A-3F6D-4116-AF8A-EDB80C575F54}" type="sibTrans" cxnId="{E46E28D5-BC5B-48E9-A84B-FB829637F353}">
      <dgm:prSet/>
      <dgm:spPr/>
      <dgm:t>
        <a:bodyPr/>
        <a:lstStyle/>
        <a:p>
          <a:endParaRPr lang="en-US"/>
        </a:p>
      </dgm:t>
    </dgm:pt>
    <dgm:pt modelId="{4A4F7419-35D8-461F-98B4-A62DB95B594A}" type="pres">
      <dgm:prSet presAssocID="{4D2A36FE-AE9B-4C6B-8310-DDF9758956D4}" presName="root" presStyleCnt="0">
        <dgm:presLayoutVars>
          <dgm:dir/>
          <dgm:resizeHandles val="exact"/>
        </dgm:presLayoutVars>
      </dgm:prSet>
      <dgm:spPr/>
    </dgm:pt>
    <dgm:pt modelId="{524D040B-1F58-4737-AA6B-0108B0298A28}" type="pres">
      <dgm:prSet presAssocID="{6BEC969B-D350-44A8-9F72-E050F7F70C86}" presName="compNode" presStyleCnt="0"/>
      <dgm:spPr/>
    </dgm:pt>
    <dgm:pt modelId="{E9249B7B-97C3-489E-BAE1-9E1C0DB8548A}" type="pres">
      <dgm:prSet presAssocID="{6BEC969B-D350-44A8-9F72-E050F7F70C8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A6FB170A-0720-41E6-9A65-AFD900002A60}" type="pres">
      <dgm:prSet presAssocID="{6BEC969B-D350-44A8-9F72-E050F7F70C86}" presName="spaceRect" presStyleCnt="0"/>
      <dgm:spPr/>
    </dgm:pt>
    <dgm:pt modelId="{0FC898AA-969D-433E-A521-93488E9716F2}" type="pres">
      <dgm:prSet presAssocID="{6BEC969B-D350-44A8-9F72-E050F7F70C86}" presName="textRect" presStyleLbl="revTx" presStyleIdx="0" presStyleCnt="2">
        <dgm:presLayoutVars>
          <dgm:chMax val="1"/>
          <dgm:chPref val="1"/>
        </dgm:presLayoutVars>
      </dgm:prSet>
      <dgm:spPr/>
    </dgm:pt>
    <dgm:pt modelId="{C1D125DA-4EAC-4B43-85A9-F38982DC0F5F}" type="pres">
      <dgm:prSet presAssocID="{F2B9CBD5-1965-48B6-A1EF-09BB0B75B9D1}" presName="sibTrans" presStyleCnt="0"/>
      <dgm:spPr/>
    </dgm:pt>
    <dgm:pt modelId="{4286758A-11E6-4128-AF10-37D03107D577}" type="pres">
      <dgm:prSet presAssocID="{DBE4589B-E0F9-4506-8864-742DCFEBD994}" presName="compNode" presStyleCnt="0"/>
      <dgm:spPr/>
    </dgm:pt>
    <dgm:pt modelId="{D8B6CC84-6316-41D4-98A8-1611DB3DA5EB}" type="pres">
      <dgm:prSet presAssocID="{DBE4589B-E0F9-4506-8864-742DCFEBD99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5D2E799-A1D5-43C4-B362-AC5310CE4176}" type="pres">
      <dgm:prSet presAssocID="{DBE4589B-E0F9-4506-8864-742DCFEBD994}" presName="spaceRect" presStyleCnt="0"/>
      <dgm:spPr/>
    </dgm:pt>
    <dgm:pt modelId="{780E3F82-FEDB-47F7-BD7A-43CDC928527A}" type="pres">
      <dgm:prSet presAssocID="{DBE4589B-E0F9-4506-8864-742DCFEBD99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D912425-78B8-415A-B55A-E0E61B64F5AC}" type="presOf" srcId="{DBE4589B-E0F9-4506-8864-742DCFEBD994}" destId="{780E3F82-FEDB-47F7-BD7A-43CDC928527A}" srcOrd="0" destOrd="0" presId="urn:microsoft.com/office/officeart/2018/2/layout/IconLabelList"/>
    <dgm:cxn modelId="{5283D927-0E16-4838-BFE1-EA3C00D7DFAD}" type="presOf" srcId="{6BEC969B-D350-44A8-9F72-E050F7F70C86}" destId="{0FC898AA-969D-433E-A521-93488E9716F2}" srcOrd="0" destOrd="0" presId="urn:microsoft.com/office/officeart/2018/2/layout/IconLabelList"/>
    <dgm:cxn modelId="{66E9B060-0C27-46D7-AA5B-6DA4B09D4128}" srcId="{4D2A36FE-AE9B-4C6B-8310-DDF9758956D4}" destId="{6BEC969B-D350-44A8-9F72-E050F7F70C86}" srcOrd="0" destOrd="0" parTransId="{92C16BE6-74AD-4EAC-81DD-061C4739922C}" sibTransId="{F2B9CBD5-1965-48B6-A1EF-09BB0B75B9D1}"/>
    <dgm:cxn modelId="{74A07D50-26AE-4EAD-9C89-7A380C8B22C5}" type="presOf" srcId="{4D2A36FE-AE9B-4C6B-8310-DDF9758956D4}" destId="{4A4F7419-35D8-461F-98B4-A62DB95B594A}" srcOrd="0" destOrd="0" presId="urn:microsoft.com/office/officeart/2018/2/layout/IconLabelList"/>
    <dgm:cxn modelId="{E46E28D5-BC5B-48E9-A84B-FB829637F353}" srcId="{4D2A36FE-AE9B-4C6B-8310-DDF9758956D4}" destId="{DBE4589B-E0F9-4506-8864-742DCFEBD994}" srcOrd="1" destOrd="0" parTransId="{61F78419-C08E-47E5-9A7C-486EC84B0EB6}" sibTransId="{D9B5755A-3F6D-4116-AF8A-EDB80C575F54}"/>
    <dgm:cxn modelId="{077E2A04-06EC-4122-83D6-1A0731D491AC}" type="presParOf" srcId="{4A4F7419-35D8-461F-98B4-A62DB95B594A}" destId="{524D040B-1F58-4737-AA6B-0108B0298A28}" srcOrd="0" destOrd="0" presId="urn:microsoft.com/office/officeart/2018/2/layout/IconLabelList"/>
    <dgm:cxn modelId="{8344C8DF-30B7-45AE-89D0-BD630C7A6220}" type="presParOf" srcId="{524D040B-1F58-4737-AA6B-0108B0298A28}" destId="{E9249B7B-97C3-489E-BAE1-9E1C0DB8548A}" srcOrd="0" destOrd="0" presId="urn:microsoft.com/office/officeart/2018/2/layout/IconLabelList"/>
    <dgm:cxn modelId="{90037D9C-0908-4223-8550-EE4983145E0D}" type="presParOf" srcId="{524D040B-1F58-4737-AA6B-0108B0298A28}" destId="{A6FB170A-0720-41E6-9A65-AFD900002A60}" srcOrd="1" destOrd="0" presId="urn:microsoft.com/office/officeart/2018/2/layout/IconLabelList"/>
    <dgm:cxn modelId="{3D2A0AE6-DB50-4CB7-BD49-6CC68BDA32C2}" type="presParOf" srcId="{524D040B-1F58-4737-AA6B-0108B0298A28}" destId="{0FC898AA-969D-433E-A521-93488E9716F2}" srcOrd="2" destOrd="0" presId="urn:microsoft.com/office/officeart/2018/2/layout/IconLabelList"/>
    <dgm:cxn modelId="{2958567E-9BFB-4D90-8227-129DBE8A3EA2}" type="presParOf" srcId="{4A4F7419-35D8-461F-98B4-A62DB95B594A}" destId="{C1D125DA-4EAC-4B43-85A9-F38982DC0F5F}" srcOrd="1" destOrd="0" presId="urn:microsoft.com/office/officeart/2018/2/layout/IconLabelList"/>
    <dgm:cxn modelId="{CBB44831-2971-4CB5-97F1-C6A0207A839D}" type="presParOf" srcId="{4A4F7419-35D8-461F-98B4-A62DB95B594A}" destId="{4286758A-11E6-4128-AF10-37D03107D577}" srcOrd="2" destOrd="0" presId="urn:microsoft.com/office/officeart/2018/2/layout/IconLabelList"/>
    <dgm:cxn modelId="{811302D8-0D34-42C2-B3D0-F64D43E11563}" type="presParOf" srcId="{4286758A-11E6-4128-AF10-37D03107D577}" destId="{D8B6CC84-6316-41D4-98A8-1611DB3DA5EB}" srcOrd="0" destOrd="0" presId="urn:microsoft.com/office/officeart/2018/2/layout/IconLabelList"/>
    <dgm:cxn modelId="{5CEA690A-C079-4BD3-97C3-00C88A9172FB}" type="presParOf" srcId="{4286758A-11E6-4128-AF10-37D03107D577}" destId="{A5D2E799-A1D5-43C4-B362-AC5310CE4176}" srcOrd="1" destOrd="0" presId="urn:microsoft.com/office/officeart/2018/2/layout/IconLabelList"/>
    <dgm:cxn modelId="{D8AD4562-C53D-4196-A1E7-CFDE7E67633F}" type="presParOf" srcId="{4286758A-11E6-4128-AF10-37D03107D577}" destId="{780E3F82-FEDB-47F7-BD7A-43CDC928527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0213949-9456-4507-A2F4-8851D5B4E28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2B6177-B2C2-4DCE-A417-D3C6675F2A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popular tool among investors and traders, helps gauge the volatility of stocks and other securities to determine if they are over- or undervalued.</a:t>
          </a:r>
          <a:endParaRPr lang="en-US" sz="1400" dirty="0"/>
        </a:p>
      </dgm:t>
    </dgm:pt>
    <dgm:pt modelId="{C729D7E6-E340-4C69-8316-C57CFB9F1B06}" type="parTrans" cxnId="{E81F4A14-0869-4B00-A68B-0E113C3BC344}">
      <dgm:prSet/>
      <dgm:spPr/>
      <dgm:t>
        <a:bodyPr/>
        <a:lstStyle/>
        <a:p>
          <a:endParaRPr lang="en-US"/>
        </a:p>
      </dgm:t>
    </dgm:pt>
    <dgm:pt modelId="{4D412DFD-1D11-4184-8AB9-FDF9703A07A1}" type="sibTrans" cxnId="{E81F4A14-0869-4B00-A68B-0E113C3BC344}">
      <dgm:prSet/>
      <dgm:spPr/>
      <dgm:t>
        <a:bodyPr/>
        <a:lstStyle/>
        <a:p>
          <a:endParaRPr lang="en-US"/>
        </a:p>
      </dgm:t>
    </dgm:pt>
    <dgm:pt modelId="{1424FAFC-1228-4315-A174-8D92254C82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The center line is the stock price's 20-day simple moving average (SMA). </a:t>
          </a:r>
          <a:endParaRPr lang="en-US" sz="1400" dirty="0"/>
        </a:p>
      </dgm:t>
    </dgm:pt>
    <dgm:pt modelId="{8B4633FA-89D0-4D30-B2ED-F59DAB78A45C}" type="parTrans" cxnId="{FF14DB1D-8F86-48CF-8F93-BEDB91192675}">
      <dgm:prSet/>
      <dgm:spPr/>
      <dgm:t>
        <a:bodyPr/>
        <a:lstStyle/>
        <a:p>
          <a:endParaRPr lang="en-US"/>
        </a:p>
      </dgm:t>
    </dgm:pt>
    <dgm:pt modelId="{C18EA438-94C2-4A78-9F57-EF88594A4512}" type="sibTrans" cxnId="{FF14DB1D-8F86-48CF-8F93-BEDB91192675}">
      <dgm:prSet/>
      <dgm:spPr/>
      <dgm:t>
        <a:bodyPr/>
        <a:lstStyle/>
        <a:p>
          <a:endParaRPr lang="en-US"/>
        </a:p>
      </dgm:t>
    </dgm:pt>
    <dgm:pt modelId="{B5A34BC4-F1E6-4AC2-BA3F-7617FF726B1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The upper and lower bands are set at a certain number of standard deviations, usually two, above and below the middle line.</a:t>
          </a:r>
          <a:endParaRPr lang="en-US" sz="1400" dirty="0"/>
        </a:p>
      </dgm:t>
    </dgm:pt>
    <dgm:pt modelId="{CEEB75C5-372D-4586-89E5-0E1E21E9A90D}" type="parTrans" cxnId="{0BBC51E9-5FB6-4643-A7CE-C02E10D691FE}">
      <dgm:prSet/>
      <dgm:spPr/>
      <dgm:t>
        <a:bodyPr/>
        <a:lstStyle/>
        <a:p>
          <a:endParaRPr lang="en-US"/>
        </a:p>
      </dgm:t>
    </dgm:pt>
    <dgm:pt modelId="{AB0CD9E8-2DDD-41BA-B4AD-77D04609E372}" type="sibTrans" cxnId="{0BBC51E9-5FB6-4643-A7CE-C02E10D691FE}">
      <dgm:prSet/>
      <dgm:spPr/>
      <dgm:t>
        <a:bodyPr/>
        <a:lstStyle/>
        <a:p>
          <a:endParaRPr lang="en-US"/>
        </a:p>
      </dgm:t>
    </dgm:pt>
    <dgm:pt modelId="{B3AF2509-AA9E-4903-A278-7E2C1C67E1F7}" type="pres">
      <dgm:prSet presAssocID="{40213949-9456-4507-A2F4-8851D5B4E286}" presName="root" presStyleCnt="0">
        <dgm:presLayoutVars>
          <dgm:dir/>
          <dgm:resizeHandles val="exact"/>
        </dgm:presLayoutVars>
      </dgm:prSet>
      <dgm:spPr/>
    </dgm:pt>
    <dgm:pt modelId="{C1C373F0-E30B-47BD-98C5-A33A2F122628}" type="pres">
      <dgm:prSet presAssocID="{D92B6177-B2C2-4DCE-A417-D3C6675F2AB5}" presName="compNode" presStyleCnt="0"/>
      <dgm:spPr/>
    </dgm:pt>
    <dgm:pt modelId="{A15B9211-2337-4584-AAF3-DD3686B8E28E}" type="pres">
      <dgm:prSet presAssocID="{D92B6177-B2C2-4DCE-A417-D3C6675F2A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BC3DCCCC-4A7E-4741-8519-2F532BE9BC09}" type="pres">
      <dgm:prSet presAssocID="{D92B6177-B2C2-4DCE-A417-D3C6675F2AB5}" presName="spaceRect" presStyleCnt="0"/>
      <dgm:spPr/>
    </dgm:pt>
    <dgm:pt modelId="{581AC4E4-94A7-4693-9E04-5748E8202EE5}" type="pres">
      <dgm:prSet presAssocID="{D92B6177-B2C2-4DCE-A417-D3C6675F2AB5}" presName="textRect" presStyleLbl="revTx" presStyleIdx="0" presStyleCnt="3">
        <dgm:presLayoutVars>
          <dgm:chMax val="1"/>
          <dgm:chPref val="1"/>
        </dgm:presLayoutVars>
      </dgm:prSet>
      <dgm:spPr/>
    </dgm:pt>
    <dgm:pt modelId="{780B3C48-5C13-40CD-BBC5-016227E0F286}" type="pres">
      <dgm:prSet presAssocID="{4D412DFD-1D11-4184-8AB9-FDF9703A07A1}" presName="sibTrans" presStyleCnt="0"/>
      <dgm:spPr/>
    </dgm:pt>
    <dgm:pt modelId="{3EF4506C-B833-4C32-8D4C-B81394FCA146}" type="pres">
      <dgm:prSet presAssocID="{1424FAFC-1228-4315-A174-8D92254C825A}" presName="compNode" presStyleCnt="0"/>
      <dgm:spPr/>
    </dgm:pt>
    <dgm:pt modelId="{DCEC0C80-240A-438A-B675-BD6A1FB2DC4C}" type="pres">
      <dgm:prSet presAssocID="{1424FAFC-1228-4315-A174-8D92254C82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3B21C16C-3D42-41A3-8877-CEA5A9D4DEA1}" type="pres">
      <dgm:prSet presAssocID="{1424FAFC-1228-4315-A174-8D92254C825A}" presName="spaceRect" presStyleCnt="0"/>
      <dgm:spPr/>
    </dgm:pt>
    <dgm:pt modelId="{1FAEB5CF-A75B-45CB-8321-505F4F05DCDC}" type="pres">
      <dgm:prSet presAssocID="{1424FAFC-1228-4315-A174-8D92254C825A}" presName="textRect" presStyleLbl="revTx" presStyleIdx="1" presStyleCnt="3">
        <dgm:presLayoutVars>
          <dgm:chMax val="1"/>
          <dgm:chPref val="1"/>
        </dgm:presLayoutVars>
      </dgm:prSet>
      <dgm:spPr/>
    </dgm:pt>
    <dgm:pt modelId="{F1549E74-87B5-4861-98CE-AB1270D6497B}" type="pres">
      <dgm:prSet presAssocID="{C18EA438-94C2-4A78-9F57-EF88594A4512}" presName="sibTrans" presStyleCnt="0"/>
      <dgm:spPr/>
    </dgm:pt>
    <dgm:pt modelId="{6D23C71F-91FB-45AA-84CD-E42D5AA3F411}" type="pres">
      <dgm:prSet presAssocID="{B5A34BC4-F1E6-4AC2-BA3F-7617FF726B1D}" presName="compNode" presStyleCnt="0"/>
      <dgm:spPr/>
    </dgm:pt>
    <dgm:pt modelId="{E26F04FC-BD47-4424-A2F1-4EB31822291E}" type="pres">
      <dgm:prSet presAssocID="{B5A34BC4-F1E6-4AC2-BA3F-7617FF726B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321682E2-23F8-4C59-9086-8CCB4E9985BE}" type="pres">
      <dgm:prSet presAssocID="{B5A34BC4-F1E6-4AC2-BA3F-7617FF726B1D}" presName="spaceRect" presStyleCnt="0"/>
      <dgm:spPr/>
    </dgm:pt>
    <dgm:pt modelId="{E9602B01-0704-412F-ADAA-FE78BF22DC8B}" type="pres">
      <dgm:prSet presAssocID="{B5A34BC4-F1E6-4AC2-BA3F-7617FF726B1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81F4A14-0869-4B00-A68B-0E113C3BC344}" srcId="{40213949-9456-4507-A2F4-8851D5B4E286}" destId="{D92B6177-B2C2-4DCE-A417-D3C6675F2AB5}" srcOrd="0" destOrd="0" parTransId="{C729D7E6-E340-4C69-8316-C57CFB9F1B06}" sibTransId="{4D412DFD-1D11-4184-8AB9-FDF9703A07A1}"/>
    <dgm:cxn modelId="{FF14DB1D-8F86-48CF-8F93-BEDB91192675}" srcId="{40213949-9456-4507-A2F4-8851D5B4E286}" destId="{1424FAFC-1228-4315-A174-8D92254C825A}" srcOrd="1" destOrd="0" parTransId="{8B4633FA-89D0-4D30-B2ED-F59DAB78A45C}" sibTransId="{C18EA438-94C2-4A78-9F57-EF88594A4512}"/>
    <dgm:cxn modelId="{9323EE4E-1067-4BBB-BF04-61925EE15705}" type="presOf" srcId="{D92B6177-B2C2-4DCE-A417-D3C6675F2AB5}" destId="{581AC4E4-94A7-4693-9E04-5748E8202EE5}" srcOrd="0" destOrd="0" presId="urn:microsoft.com/office/officeart/2018/2/layout/IconLabelList"/>
    <dgm:cxn modelId="{67C7019E-4EFD-4A82-A7E3-6E2CFFB5764C}" type="presOf" srcId="{B5A34BC4-F1E6-4AC2-BA3F-7617FF726B1D}" destId="{E9602B01-0704-412F-ADAA-FE78BF22DC8B}" srcOrd="0" destOrd="0" presId="urn:microsoft.com/office/officeart/2018/2/layout/IconLabelList"/>
    <dgm:cxn modelId="{04D0D5A7-0615-49A1-9EC9-5885E1DFC036}" type="presOf" srcId="{1424FAFC-1228-4315-A174-8D92254C825A}" destId="{1FAEB5CF-A75B-45CB-8321-505F4F05DCDC}" srcOrd="0" destOrd="0" presId="urn:microsoft.com/office/officeart/2018/2/layout/IconLabelList"/>
    <dgm:cxn modelId="{B2756CE9-97DB-4FCF-BB30-187AED764C51}" type="presOf" srcId="{40213949-9456-4507-A2F4-8851D5B4E286}" destId="{B3AF2509-AA9E-4903-A278-7E2C1C67E1F7}" srcOrd="0" destOrd="0" presId="urn:microsoft.com/office/officeart/2018/2/layout/IconLabelList"/>
    <dgm:cxn modelId="{0BBC51E9-5FB6-4643-A7CE-C02E10D691FE}" srcId="{40213949-9456-4507-A2F4-8851D5B4E286}" destId="{B5A34BC4-F1E6-4AC2-BA3F-7617FF726B1D}" srcOrd="2" destOrd="0" parTransId="{CEEB75C5-372D-4586-89E5-0E1E21E9A90D}" sibTransId="{AB0CD9E8-2DDD-41BA-B4AD-77D04609E372}"/>
    <dgm:cxn modelId="{78BEDDDF-3AFC-44B9-839D-66DCD3E56348}" type="presParOf" srcId="{B3AF2509-AA9E-4903-A278-7E2C1C67E1F7}" destId="{C1C373F0-E30B-47BD-98C5-A33A2F122628}" srcOrd="0" destOrd="0" presId="urn:microsoft.com/office/officeart/2018/2/layout/IconLabelList"/>
    <dgm:cxn modelId="{3AA67CF7-015C-4FAD-AB6F-3F882A71E187}" type="presParOf" srcId="{C1C373F0-E30B-47BD-98C5-A33A2F122628}" destId="{A15B9211-2337-4584-AAF3-DD3686B8E28E}" srcOrd="0" destOrd="0" presId="urn:microsoft.com/office/officeart/2018/2/layout/IconLabelList"/>
    <dgm:cxn modelId="{D3740210-E2B5-45CF-8A33-88869256DA69}" type="presParOf" srcId="{C1C373F0-E30B-47BD-98C5-A33A2F122628}" destId="{BC3DCCCC-4A7E-4741-8519-2F532BE9BC09}" srcOrd="1" destOrd="0" presId="urn:microsoft.com/office/officeart/2018/2/layout/IconLabelList"/>
    <dgm:cxn modelId="{4A1A57AB-F013-4723-B991-3248F7A47FCD}" type="presParOf" srcId="{C1C373F0-E30B-47BD-98C5-A33A2F122628}" destId="{581AC4E4-94A7-4693-9E04-5748E8202EE5}" srcOrd="2" destOrd="0" presId="urn:microsoft.com/office/officeart/2018/2/layout/IconLabelList"/>
    <dgm:cxn modelId="{DE371F14-2743-4AFE-A4C9-8B3EB5AD1B0F}" type="presParOf" srcId="{B3AF2509-AA9E-4903-A278-7E2C1C67E1F7}" destId="{780B3C48-5C13-40CD-BBC5-016227E0F286}" srcOrd="1" destOrd="0" presId="urn:microsoft.com/office/officeart/2018/2/layout/IconLabelList"/>
    <dgm:cxn modelId="{C9A3FCB9-D8F6-4410-856E-5B7FE1673BB5}" type="presParOf" srcId="{B3AF2509-AA9E-4903-A278-7E2C1C67E1F7}" destId="{3EF4506C-B833-4C32-8D4C-B81394FCA146}" srcOrd="2" destOrd="0" presId="urn:microsoft.com/office/officeart/2018/2/layout/IconLabelList"/>
    <dgm:cxn modelId="{98E88D96-CDBF-4525-B5DD-A02A06BDE947}" type="presParOf" srcId="{3EF4506C-B833-4C32-8D4C-B81394FCA146}" destId="{DCEC0C80-240A-438A-B675-BD6A1FB2DC4C}" srcOrd="0" destOrd="0" presId="urn:microsoft.com/office/officeart/2018/2/layout/IconLabelList"/>
    <dgm:cxn modelId="{7A7A23CA-D7BA-43C2-90DF-40924A6F2A16}" type="presParOf" srcId="{3EF4506C-B833-4C32-8D4C-B81394FCA146}" destId="{3B21C16C-3D42-41A3-8877-CEA5A9D4DEA1}" srcOrd="1" destOrd="0" presId="urn:microsoft.com/office/officeart/2018/2/layout/IconLabelList"/>
    <dgm:cxn modelId="{559932E7-5ADD-4869-AB80-9875D6357E41}" type="presParOf" srcId="{3EF4506C-B833-4C32-8D4C-B81394FCA146}" destId="{1FAEB5CF-A75B-45CB-8321-505F4F05DCDC}" srcOrd="2" destOrd="0" presId="urn:microsoft.com/office/officeart/2018/2/layout/IconLabelList"/>
    <dgm:cxn modelId="{096372F3-FCDB-40A4-BDD4-12DF00107D67}" type="presParOf" srcId="{B3AF2509-AA9E-4903-A278-7E2C1C67E1F7}" destId="{F1549E74-87B5-4861-98CE-AB1270D6497B}" srcOrd="3" destOrd="0" presId="urn:microsoft.com/office/officeart/2018/2/layout/IconLabelList"/>
    <dgm:cxn modelId="{8398FDF4-D2B9-4383-8797-6C3584685521}" type="presParOf" srcId="{B3AF2509-AA9E-4903-A278-7E2C1C67E1F7}" destId="{6D23C71F-91FB-45AA-84CD-E42D5AA3F411}" srcOrd="4" destOrd="0" presId="urn:microsoft.com/office/officeart/2018/2/layout/IconLabelList"/>
    <dgm:cxn modelId="{09E2B955-C2CD-4887-A503-16210C5340A8}" type="presParOf" srcId="{6D23C71F-91FB-45AA-84CD-E42D5AA3F411}" destId="{E26F04FC-BD47-4424-A2F1-4EB31822291E}" srcOrd="0" destOrd="0" presId="urn:microsoft.com/office/officeart/2018/2/layout/IconLabelList"/>
    <dgm:cxn modelId="{F612860D-C95C-47D6-8FCC-A0432DD1082C}" type="presParOf" srcId="{6D23C71F-91FB-45AA-84CD-E42D5AA3F411}" destId="{321682E2-23F8-4C59-9086-8CCB4E9985BE}" srcOrd="1" destOrd="0" presId="urn:microsoft.com/office/officeart/2018/2/layout/IconLabelList"/>
    <dgm:cxn modelId="{C3070D44-4FDA-46BE-A588-CD801397E8DA}" type="presParOf" srcId="{6D23C71F-91FB-45AA-84CD-E42D5AA3F411}" destId="{E9602B01-0704-412F-ADAA-FE78BF22DC8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30C253C-675E-4AA4-902C-2B2F51B236E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1DBA1FA-E6B0-462F-9146-6827526B029D}">
      <dgm:prSet/>
      <dgm:spPr/>
      <dgm:t>
        <a:bodyPr/>
        <a:lstStyle/>
        <a:p>
          <a:pPr>
            <a:defRPr cap="all"/>
          </a:pPr>
          <a:r>
            <a:rPr lang="en-US"/>
            <a:t>SMA calculates the average price of a security over a specified number of periods.</a:t>
          </a:r>
        </a:p>
      </dgm:t>
    </dgm:pt>
    <dgm:pt modelId="{47964B23-50FA-4E86-B0B3-CE849E1F8D49}" type="parTrans" cxnId="{A44FCDE3-0013-4BFE-9225-402EE109D930}">
      <dgm:prSet/>
      <dgm:spPr/>
      <dgm:t>
        <a:bodyPr/>
        <a:lstStyle/>
        <a:p>
          <a:endParaRPr lang="en-US"/>
        </a:p>
      </dgm:t>
    </dgm:pt>
    <dgm:pt modelId="{46C5DD7C-262B-4388-9548-0AA77E41F710}" type="sibTrans" cxnId="{A44FCDE3-0013-4BFE-9225-402EE109D930}">
      <dgm:prSet/>
      <dgm:spPr/>
      <dgm:t>
        <a:bodyPr/>
        <a:lstStyle/>
        <a:p>
          <a:endParaRPr lang="en-US"/>
        </a:p>
      </dgm:t>
    </dgm:pt>
    <dgm:pt modelId="{D911E87A-EE76-40B9-B21A-D5F6CC379213}">
      <dgm:prSet/>
      <dgm:spPr/>
      <dgm:t>
        <a:bodyPr/>
        <a:lstStyle/>
        <a:p>
          <a:pPr>
            <a:defRPr cap="all"/>
          </a:pPr>
          <a:r>
            <a:rPr lang="en-US"/>
            <a:t>It smooths out price data and helps identify trends.</a:t>
          </a:r>
        </a:p>
      </dgm:t>
    </dgm:pt>
    <dgm:pt modelId="{5183FB4B-CB04-421D-8B76-2140EFF8C603}" type="parTrans" cxnId="{6140C117-F4FE-47D4-955A-24ABBBA244ED}">
      <dgm:prSet/>
      <dgm:spPr/>
      <dgm:t>
        <a:bodyPr/>
        <a:lstStyle/>
        <a:p>
          <a:endParaRPr lang="en-US"/>
        </a:p>
      </dgm:t>
    </dgm:pt>
    <dgm:pt modelId="{97991359-F47E-4071-8A0E-910A4B39C7E6}" type="sibTrans" cxnId="{6140C117-F4FE-47D4-955A-24ABBBA244ED}">
      <dgm:prSet/>
      <dgm:spPr/>
      <dgm:t>
        <a:bodyPr/>
        <a:lstStyle/>
        <a:p>
          <a:endParaRPr lang="en-US"/>
        </a:p>
      </dgm:t>
    </dgm:pt>
    <dgm:pt modelId="{A8934C3E-5A0C-4632-800A-B48BCF033C56}" type="pres">
      <dgm:prSet presAssocID="{830C253C-675E-4AA4-902C-2B2F51B236E6}" presName="root" presStyleCnt="0">
        <dgm:presLayoutVars>
          <dgm:dir/>
          <dgm:resizeHandles val="exact"/>
        </dgm:presLayoutVars>
      </dgm:prSet>
      <dgm:spPr/>
    </dgm:pt>
    <dgm:pt modelId="{A90D0464-F5A1-4606-AACD-D4C7C607367C}" type="pres">
      <dgm:prSet presAssocID="{31DBA1FA-E6B0-462F-9146-6827526B029D}" presName="compNode" presStyleCnt="0"/>
      <dgm:spPr/>
    </dgm:pt>
    <dgm:pt modelId="{53C1A431-9A35-43ED-8AD1-D7B4EC03B716}" type="pres">
      <dgm:prSet presAssocID="{31DBA1FA-E6B0-462F-9146-6827526B029D}" presName="iconBgRect" presStyleLbl="bgShp" presStyleIdx="0" presStyleCnt="2"/>
      <dgm:spPr/>
    </dgm:pt>
    <dgm:pt modelId="{938F063C-8682-41A5-96D5-F2796E6113E1}" type="pres">
      <dgm:prSet presAssocID="{31DBA1FA-E6B0-462F-9146-6827526B029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D8BD0460-DBE4-4F5B-B08C-56B106BD347A}" type="pres">
      <dgm:prSet presAssocID="{31DBA1FA-E6B0-462F-9146-6827526B029D}" presName="spaceRect" presStyleCnt="0"/>
      <dgm:spPr/>
    </dgm:pt>
    <dgm:pt modelId="{3FF49A8E-6391-4F36-A509-32EDF2EC3200}" type="pres">
      <dgm:prSet presAssocID="{31DBA1FA-E6B0-462F-9146-6827526B029D}" presName="textRect" presStyleLbl="revTx" presStyleIdx="0" presStyleCnt="2">
        <dgm:presLayoutVars>
          <dgm:chMax val="1"/>
          <dgm:chPref val="1"/>
        </dgm:presLayoutVars>
      </dgm:prSet>
      <dgm:spPr/>
    </dgm:pt>
    <dgm:pt modelId="{611D23E0-E15F-4AF9-8999-9BDC97B07739}" type="pres">
      <dgm:prSet presAssocID="{46C5DD7C-262B-4388-9548-0AA77E41F710}" presName="sibTrans" presStyleCnt="0"/>
      <dgm:spPr/>
    </dgm:pt>
    <dgm:pt modelId="{F9A54FBF-4C2A-41AC-9165-E5BA3FAB6C94}" type="pres">
      <dgm:prSet presAssocID="{D911E87A-EE76-40B9-B21A-D5F6CC379213}" presName="compNode" presStyleCnt="0"/>
      <dgm:spPr/>
    </dgm:pt>
    <dgm:pt modelId="{F31B030E-346D-49BF-B829-609BC1FD8BD1}" type="pres">
      <dgm:prSet presAssocID="{D911E87A-EE76-40B9-B21A-D5F6CC379213}" presName="iconBgRect" presStyleLbl="bgShp" presStyleIdx="1" presStyleCnt="2"/>
      <dgm:spPr/>
    </dgm:pt>
    <dgm:pt modelId="{FB94C983-9572-438F-9DF5-58B1AECED27F}" type="pres">
      <dgm:prSet presAssocID="{D911E87A-EE76-40B9-B21A-D5F6CC37921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C08A047-39D5-4D8C-A662-9A4C65BD8946}" type="pres">
      <dgm:prSet presAssocID="{D911E87A-EE76-40B9-B21A-D5F6CC379213}" presName="spaceRect" presStyleCnt="0"/>
      <dgm:spPr/>
    </dgm:pt>
    <dgm:pt modelId="{4BCEAE6B-49E9-479C-9AEF-85D6E0444499}" type="pres">
      <dgm:prSet presAssocID="{D911E87A-EE76-40B9-B21A-D5F6CC37921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140C117-F4FE-47D4-955A-24ABBBA244ED}" srcId="{830C253C-675E-4AA4-902C-2B2F51B236E6}" destId="{D911E87A-EE76-40B9-B21A-D5F6CC379213}" srcOrd="1" destOrd="0" parTransId="{5183FB4B-CB04-421D-8B76-2140EFF8C603}" sibTransId="{97991359-F47E-4071-8A0E-910A4B39C7E6}"/>
    <dgm:cxn modelId="{998E562E-09B4-4D4D-8F69-7A6612121BE6}" type="presOf" srcId="{31DBA1FA-E6B0-462F-9146-6827526B029D}" destId="{3FF49A8E-6391-4F36-A509-32EDF2EC3200}" srcOrd="0" destOrd="0" presId="urn:microsoft.com/office/officeart/2018/5/layout/IconCircleLabelList"/>
    <dgm:cxn modelId="{C400D642-7339-4351-A62C-ADEA6407396A}" type="presOf" srcId="{D911E87A-EE76-40B9-B21A-D5F6CC379213}" destId="{4BCEAE6B-49E9-479C-9AEF-85D6E0444499}" srcOrd="0" destOrd="0" presId="urn:microsoft.com/office/officeart/2018/5/layout/IconCircleLabelList"/>
    <dgm:cxn modelId="{36F13188-74B8-493E-8199-FD648140E721}" type="presOf" srcId="{830C253C-675E-4AA4-902C-2B2F51B236E6}" destId="{A8934C3E-5A0C-4632-800A-B48BCF033C56}" srcOrd="0" destOrd="0" presId="urn:microsoft.com/office/officeart/2018/5/layout/IconCircleLabelList"/>
    <dgm:cxn modelId="{A44FCDE3-0013-4BFE-9225-402EE109D930}" srcId="{830C253C-675E-4AA4-902C-2B2F51B236E6}" destId="{31DBA1FA-E6B0-462F-9146-6827526B029D}" srcOrd="0" destOrd="0" parTransId="{47964B23-50FA-4E86-B0B3-CE849E1F8D49}" sibTransId="{46C5DD7C-262B-4388-9548-0AA77E41F710}"/>
    <dgm:cxn modelId="{DDABCB50-127A-42EC-88C9-A2893BCC8EC0}" type="presParOf" srcId="{A8934C3E-5A0C-4632-800A-B48BCF033C56}" destId="{A90D0464-F5A1-4606-AACD-D4C7C607367C}" srcOrd="0" destOrd="0" presId="urn:microsoft.com/office/officeart/2018/5/layout/IconCircleLabelList"/>
    <dgm:cxn modelId="{0BAEE5B7-C8F0-4429-B5C1-D37235B4880B}" type="presParOf" srcId="{A90D0464-F5A1-4606-AACD-D4C7C607367C}" destId="{53C1A431-9A35-43ED-8AD1-D7B4EC03B716}" srcOrd="0" destOrd="0" presId="urn:microsoft.com/office/officeart/2018/5/layout/IconCircleLabelList"/>
    <dgm:cxn modelId="{62B3C7CF-2200-4C3F-A639-422F76851BFC}" type="presParOf" srcId="{A90D0464-F5A1-4606-AACD-D4C7C607367C}" destId="{938F063C-8682-41A5-96D5-F2796E6113E1}" srcOrd="1" destOrd="0" presId="urn:microsoft.com/office/officeart/2018/5/layout/IconCircleLabelList"/>
    <dgm:cxn modelId="{5C633798-5E2A-4A1C-888F-F342A44E3B71}" type="presParOf" srcId="{A90D0464-F5A1-4606-AACD-D4C7C607367C}" destId="{D8BD0460-DBE4-4F5B-B08C-56B106BD347A}" srcOrd="2" destOrd="0" presId="urn:microsoft.com/office/officeart/2018/5/layout/IconCircleLabelList"/>
    <dgm:cxn modelId="{6BD5FB82-6FCD-4BA5-81B0-1A859FD5CEC3}" type="presParOf" srcId="{A90D0464-F5A1-4606-AACD-D4C7C607367C}" destId="{3FF49A8E-6391-4F36-A509-32EDF2EC3200}" srcOrd="3" destOrd="0" presId="urn:microsoft.com/office/officeart/2018/5/layout/IconCircleLabelList"/>
    <dgm:cxn modelId="{FF36717B-32E2-4687-B137-FC33E45DBFFC}" type="presParOf" srcId="{A8934C3E-5A0C-4632-800A-B48BCF033C56}" destId="{611D23E0-E15F-4AF9-8999-9BDC97B07739}" srcOrd="1" destOrd="0" presId="urn:microsoft.com/office/officeart/2018/5/layout/IconCircleLabelList"/>
    <dgm:cxn modelId="{01FD5097-D7FF-4F6E-81EB-980CC8E0D997}" type="presParOf" srcId="{A8934C3E-5A0C-4632-800A-B48BCF033C56}" destId="{F9A54FBF-4C2A-41AC-9165-E5BA3FAB6C94}" srcOrd="2" destOrd="0" presId="urn:microsoft.com/office/officeart/2018/5/layout/IconCircleLabelList"/>
    <dgm:cxn modelId="{1A54B553-BE71-48C3-BFCB-1694E2A19819}" type="presParOf" srcId="{F9A54FBF-4C2A-41AC-9165-E5BA3FAB6C94}" destId="{F31B030E-346D-49BF-B829-609BC1FD8BD1}" srcOrd="0" destOrd="0" presId="urn:microsoft.com/office/officeart/2018/5/layout/IconCircleLabelList"/>
    <dgm:cxn modelId="{8C658F88-B05B-4DFB-93C0-83B865FDF9A2}" type="presParOf" srcId="{F9A54FBF-4C2A-41AC-9165-E5BA3FAB6C94}" destId="{FB94C983-9572-438F-9DF5-58B1AECED27F}" srcOrd="1" destOrd="0" presId="urn:microsoft.com/office/officeart/2018/5/layout/IconCircleLabelList"/>
    <dgm:cxn modelId="{A42098F4-66B2-4DE4-8D40-7E0CA7262BF5}" type="presParOf" srcId="{F9A54FBF-4C2A-41AC-9165-E5BA3FAB6C94}" destId="{1C08A047-39D5-4D8C-A662-9A4C65BD8946}" srcOrd="2" destOrd="0" presId="urn:microsoft.com/office/officeart/2018/5/layout/IconCircleLabelList"/>
    <dgm:cxn modelId="{AAC7F720-CA71-494D-B2C7-B6ED2124B84C}" type="presParOf" srcId="{F9A54FBF-4C2A-41AC-9165-E5BA3FAB6C94}" destId="{4BCEAE6B-49E9-479C-9AEF-85D6E044449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1254015-4773-4658-AFC6-42A87ABF078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1545124-5839-4D47-AB1E-8CA668A38688}">
      <dgm:prSet/>
      <dgm:spPr/>
      <dgm:t>
        <a:bodyPr/>
        <a:lstStyle/>
        <a:p>
          <a:pPr>
            <a:defRPr cap="all"/>
          </a:pPr>
          <a:r>
            <a:rPr lang="en-US"/>
            <a:t>EMA is similar to SMA but gives more weight to recent price data.</a:t>
          </a:r>
        </a:p>
      </dgm:t>
    </dgm:pt>
    <dgm:pt modelId="{6A399ABF-E0BC-4C4D-8B66-3E80B097F602}" type="parTrans" cxnId="{C13C2AFF-D0C3-4DA3-B318-CA5961DAED13}">
      <dgm:prSet/>
      <dgm:spPr/>
      <dgm:t>
        <a:bodyPr/>
        <a:lstStyle/>
        <a:p>
          <a:endParaRPr lang="en-US"/>
        </a:p>
      </dgm:t>
    </dgm:pt>
    <dgm:pt modelId="{AE48FE32-4C28-48A4-8827-9A6BBAE5A473}" type="sibTrans" cxnId="{C13C2AFF-D0C3-4DA3-B318-CA5961DAED13}">
      <dgm:prSet/>
      <dgm:spPr/>
      <dgm:t>
        <a:bodyPr/>
        <a:lstStyle/>
        <a:p>
          <a:endParaRPr lang="en-US"/>
        </a:p>
      </dgm:t>
    </dgm:pt>
    <dgm:pt modelId="{0F6D1CCE-DDA1-4969-A6FA-2292D55B34F4}">
      <dgm:prSet/>
      <dgm:spPr/>
      <dgm:t>
        <a:bodyPr/>
        <a:lstStyle/>
        <a:p>
          <a:pPr>
            <a:defRPr cap="all"/>
          </a:pPr>
          <a:r>
            <a:rPr lang="en-US"/>
            <a:t>It is more responsive to recent price changes.</a:t>
          </a:r>
        </a:p>
      </dgm:t>
    </dgm:pt>
    <dgm:pt modelId="{9292A8A7-30CF-4851-9FDE-C129DF5D4792}" type="parTrans" cxnId="{53D12C12-7C37-410F-9DCB-774389C2896B}">
      <dgm:prSet/>
      <dgm:spPr/>
      <dgm:t>
        <a:bodyPr/>
        <a:lstStyle/>
        <a:p>
          <a:endParaRPr lang="en-US"/>
        </a:p>
      </dgm:t>
    </dgm:pt>
    <dgm:pt modelId="{2172C253-C5F1-41B5-AE4F-FB77CEA49021}" type="sibTrans" cxnId="{53D12C12-7C37-410F-9DCB-774389C2896B}">
      <dgm:prSet/>
      <dgm:spPr/>
      <dgm:t>
        <a:bodyPr/>
        <a:lstStyle/>
        <a:p>
          <a:endParaRPr lang="en-US"/>
        </a:p>
      </dgm:t>
    </dgm:pt>
    <dgm:pt modelId="{6A2259C4-EE7F-4D79-875C-8D4D616CE20F}" type="pres">
      <dgm:prSet presAssocID="{71254015-4773-4658-AFC6-42A87ABF0788}" presName="root" presStyleCnt="0">
        <dgm:presLayoutVars>
          <dgm:dir/>
          <dgm:resizeHandles val="exact"/>
        </dgm:presLayoutVars>
      </dgm:prSet>
      <dgm:spPr/>
    </dgm:pt>
    <dgm:pt modelId="{622C228A-1E41-44BA-AAD7-458A3D2800BA}" type="pres">
      <dgm:prSet presAssocID="{E1545124-5839-4D47-AB1E-8CA668A38688}" presName="compNode" presStyleCnt="0"/>
      <dgm:spPr/>
    </dgm:pt>
    <dgm:pt modelId="{6FE84090-772C-428F-B143-8BA64F5FEF75}" type="pres">
      <dgm:prSet presAssocID="{E1545124-5839-4D47-AB1E-8CA668A38688}" presName="iconBgRect" presStyleLbl="bgShp" presStyleIdx="0" presStyleCnt="2"/>
      <dgm:spPr/>
    </dgm:pt>
    <dgm:pt modelId="{1FB76EDD-0781-4EDB-8EF9-1782D715E9F6}" type="pres">
      <dgm:prSet presAssocID="{E1545124-5839-4D47-AB1E-8CA668A3868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FFF5178C-5079-405B-9CD2-2CFF66AE4FDD}" type="pres">
      <dgm:prSet presAssocID="{E1545124-5839-4D47-AB1E-8CA668A38688}" presName="spaceRect" presStyleCnt="0"/>
      <dgm:spPr/>
    </dgm:pt>
    <dgm:pt modelId="{2C4D2C2B-E31E-42B6-A2C1-67AE52930A89}" type="pres">
      <dgm:prSet presAssocID="{E1545124-5839-4D47-AB1E-8CA668A38688}" presName="textRect" presStyleLbl="revTx" presStyleIdx="0" presStyleCnt="2">
        <dgm:presLayoutVars>
          <dgm:chMax val="1"/>
          <dgm:chPref val="1"/>
        </dgm:presLayoutVars>
      </dgm:prSet>
      <dgm:spPr/>
    </dgm:pt>
    <dgm:pt modelId="{5E83D9FB-9920-4245-8CB5-405E562E8FAD}" type="pres">
      <dgm:prSet presAssocID="{AE48FE32-4C28-48A4-8827-9A6BBAE5A473}" presName="sibTrans" presStyleCnt="0"/>
      <dgm:spPr/>
    </dgm:pt>
    <dgm:pt modelId="{F97093CF-B08D-430C-BCA3-9FCB0E524FCA}" type="pres">
      <dgm:prSet presAssocID="{0F6D1CCE-DDA1-4969-A6FA-2292D55B34F4}" presName="compNode" presStyleCnt="0"/>
      <dgm:spPr/>
    </dgm:pt>
    <dgm:pt modelId="{9E52A73C-DF30-4F5F-B975-8296298E1C1C}" type="pres">
      <dgm:prSet presAssocID="{0F6D1CCE-DDA1-4969-A6FA-2292D55B34F4}" presName="iconBgRect" presStyleLbl="bgShp" presStyleIdx="1" presStyleCnt="2"/>
      <dgm:spPr/>
    </dgm:pt>
    <dgm:pt modelId="{7058B2F6-A919-4B17-A37D-44217EDE3D73}" type="pres">
      <dgm:prSet presAssocID="{0F6D1CCE-DDA1-4969-A6FA-2292D55B34F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4D82A4D5-FF6B-4885-8BF7-4E452283AD6F}" type="pres">
      <dgm:prSet presAssocID="{0F6D1CCE-DDA1-4969-A6FA-2292D55B34F4}" presName="spaceRect" presStyleCnt="0"/>
      <dgm:spPr/>
    </dgm:pt>
    <dgm:pt modelId="{EBD0674B-2AFD-438C-94D6-0E9165D67495}" type="pres">
      <dgm:prSet presAssocID="{0F6D1CCE-DDA1-4969-A6FA-2292D55B34F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3D12C12-7C37-410F-9DCB-774389C2896B}" srcId="{71254015-4773-4658-AFC6-42A87ABF0788}" destId="{0F6D1CCE-DDA1-4969-A6FA-2292D55B34F4}" srcOrd="1" destOrd="0" parTransId="{9292A8A7-30CF-4851-9FDE-C129DF5D4792}" sibTransId="{2172C253-C5F1-41B5-AE4F-FB77CEA49021}"/>
    <dgm:cxn modelId="{108842BD-4756-482F-85C7-6CC9CF3531E8}" type="presOf" srcId="{71254015-4773-4658-AFC6-42A87ABF0788}" destId="{6A2259C4-EE7F-4D79-875C-8D4D616CE20F}" srcOrd="0" destOrd="0" presId="urn:microsoft.com/office/officeart/2018/5/layout/IconCircleLabelList"/>
    <dgm:cxn modelId="{37331ED0-8C0F-4BF8-8073-8AF68ECF66D8}" type="presOf" srcId="{0F6D1CCE-DDA1-4969-A6FA-2292D55B34F4}" destId="{EBD0674B-2AFD-438C-94D6-0E9165D67495}" srcOrd="0" destOrd="0" presId="urn:microsoft.com/office/officeart/2018/5/layout/IconCircleLabelList"/>
    <dgm:cxn modelId="{A170C6F9-2CD2-4BA8-86E0-A9253F8F06A1}" type="presOf" srcId="{E1545124-5839-4D47-AB1E-8CA668A38688}" destId="{2C4D2C2B-E31E-42B6-A2C1-67AE52930A89}" srcOrd="0" destOrd="0" presId="urn:microsoft.com/office/officeart/2018/5/layout/IconCircleLabelList"/>
    <dgm:cxn modelId="{C13C2AFF-D0C3-4DA3-B318-CA5961DAED13}" srcId="{71254015-4773-4658-AFC6-42A87ABF0788}" destId="{E1545124-5839-4D47-AB1E-8CA668A38688}" srcOrd="0" destOrd="0" parTransId="{6A399ABF-E0BC-4C4D-8B66-3E80B097F602}" sibTransId="{AE48FE32-4C28-48A4-8827-9A6BBAE5A473}"/>
    <dgm:cxn modelId="{0F447D47-52D6-455D-AFC2-89364C7587FB}" type="presParOf" srcId="{6A2259C4-EE7F-4D79-875C-8D4D616CE20F}" destId="{622C228A-1E41-44BA-AAD7-458A3D2800BA}" srcOrd="0" destOrd="0" presId="urn:microsoft.com/office/officeart/2018/5/layout/IconCircleLabelList"/>
    <dgm:cxn modelId="{BDECE8A4-1E9A-4531-9C6A-2DC9048B372F}" type="presParOf" srcId="{622C228A-1E41-44BA-AAD7-458A3D2800BA}" destId="{6FE84090-772C-428F-B143-8BA64F5FEF75}" srcOrd="0" destOrd="0" presId="urn:microsoft.com/office/officeart/2018/5/layout/IconCircleLabelList"/>
    <dgm:cxn modelId="{4DBEB87A-A294-4D19-91F2-3FF2D6E4F3AB}" type="presParOf" srcId="{622C228A-1E41-44BA-AAD7-458A3D2800BA}" destId="{1FB76EDD-0781-4EDB-8EF9-1782D715E9F6}" srcOrd="1" destOrd="0" presId="urn:microsoft.com/office/officeart/2018/5/layout/IconCircleLabelList"/>
    <dgm:cxn modelId="{499F6B25-B1B6-4C18-90CE-48882DD28899}" type="presParOf" srcId="{622C228A-1E41-44BA-AAD7-458A3D2800BA}" destId="{FFF5178C-5079-405B-9CD2-2CFF66AE4FDD}" srcOrd="2" destOrd="0" presId="urn:microsoft.com/office/officeart/2018/5/layout/IconCircleLabelList"/>
    <dgm:cxn modelId="{38F04E89-C3BC-4360-9500-7344EFC7614A}" type="presParOf" srcId="{622C228A-1E41-44BA-AAD7-458A3D2800BA}" destId="{2C4D2C2B-E31E-42B6-A2C1-67AE52930A89}" srcOrd="3" destOrd="0" presId="urn:microsoft.com/office/officeart/2018/5/layout/IconCircleLabelList"/>
    <dgm:cxn modelId="{A01C92A8-8F3F-4DF3-B7E8-165087E5A2E6}" type="presParOf" srcId="{6A2259C4-EE7F-4D79-875C-8D4D616CE20F}" destId="{5E83D9FB-9920-4245-8CB5-405E562E8FAD}" srcOrd="1" destOrd="0" presId="urn:microsoft.com/office/officeart/2018/5/layout/IconCircleLabelList"/>
    <dgm:cxn modelId="{A8CF8F77-7DA7-44C6-875A-9B72F189E32D}" type="presParOf" srcId="{6A2259C4-EE7F-4D79-875C-8D4D616CE20F}" destId="{F97093CF-B08D-430C-BCA3-9FCB0E524FCA}" srcOrd="2" destOrd="0" presId="urn:microsoft.com/office/officeart/2018/5/layout/IconCircleLabelList"/>
    <dgm:cxn modelId="{C8BD884F-5048-477B-8E40-F700D9FDB155}" type="presParOf" srcId="{F97093CF-B08D-430C-BCA3-9FCB0E524FCA}" destId="{9E52A73C-DF30-4F5F-B975-8296298E1C1C}" srcOrd="0" destOrd="0" presId="urn:microsoft.com/office/officeart/2018/5/layout/IconCircleLabelList"/>
    <dgm:cxn modelId="{8C43BF0E-F5BD-4F35-B142-D08950C24FEE}" type="presParOf" srcId="{F97093CF-B08D-430C-BCA3-9FCB0E524FCA}" destId="{7058B2F6-A919-4B17-A37D-44217EDE3D73}" srcOrd="1" destOrd="0" presId="urn:microsoft.com/office/officeart/2018/5/layout/IconCircleLabelList"/>
    <dgm:cxn modelId="{EB32E7DE-D78D-4FE7-BFB8-D7A2B60AB938}" type="presParOf" srcId="{F97093CF-B08D-430C-BCA3-9FCB0E524FCA}" destId="{4D82A4D5-FF6B-4885-8BF7-4E452283AD6F}" srcOrd="2" destOrd="0" presId="urn:microsoft.com/office/officeart/2018/5/layout/IconCircleLabelList"/>
    <dgm:cxn modelId="{9B49BBE2-71B4-4E52-94C5-21E70B9BEA67}" type="presParOf" srcId="{F97093CF-B08D-430C-BCA3-9FCB0E524FCA}" destId="{EBD0674B-2AFD-438C-94D6-0E9165D6749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4D9320F-D149-4434-B2EB-B744802072C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76B9EC3-92A6-4F63-B0FF-53D66586BB2A}">
      <dgm:prSet/>
      <dgm:spPr/>
      <dgm:t>
        <a:bodyPr/>
        <a:lstStyle/>
        <a:p>
          <a:r>
            <a:rPr lang="en-US"/>
            <a:t>The strategy combines multiple indicators (e.g., RSI, MACD, ADX) to generate buy/sell signals.</a:t>
          </a:r>
        </a:p>
      </dgm:t>
    </dgm:pt>
    <dgm:pt modelId="{FF63C865-E63D-4EA0-9B12-B1813D413D63}" type="parTrans" cxnId="{DCD90D04-15E5-43C2-BDDD-F685DEC0162D}">
      <dgm:prSet/>
      <dgm:spPr/>
      <dgm:t>
        <a:bodyPr/>
        <a:lstStyle/>
        <a:p>
          <a:endParaRPr lang="en-US"/>
        </a:p>
      </dgm:t>
    </dgm:pt>
    <dgm:pt modelId="{03512A80-B59A-43C6-BB59-27A94B6059E2}" type="sibTrans" cxnId="{DCD90D04-15E5-43C2-BDDD-F685DEC0162D}">
      <dgm:prSet/>
      <dgm:spPr/>
      <dgm:t>
        <a:bodyPr/>
        <a:lstStyle/>
        <a:p>
          <a:endParaRPr lang="en-US"/>
        </a:p>
      </dgm:t>
    </dgm:pt>
    <dgm:pt modelId="{64B11E14-E869-41F5-ACBE-31BD44247A69}">
      <dgm:prSet/>
      <dgm:spPr/>
      <dgm:t>
        <a:bodyPr/>
        <a:lstStyle/>
        <a:p>
          <a:r>
            <a:rPr lang="en-US"/>
            <a:t>The goal is to maximize returns while minimizing risk.</a:t>
          </a:r>
        </a:p>
      </dgm:t>
    </dgm:pt>
    <dgm:pt modelId="{50BD71CC-010D-4B13-A824-67A5E2C4117C}" type="parTrans" cxnId="{296ACF9A-C972-4C38-9B72-9361AEA0B122}">
      <dgm:prSet/>
      <dgm:spPr/>
      <dgm:t>
        <a:bodyPr/>
        <a:lstStyle/>
        <a:p>
          <a:endParaRPr lang="en-US"/>
        </a:p>
      </dgm:t>
    </dgm:pt>
    <dgm:pt modelId="{4E22962B-9724-4127-A1B1-9E0F9164C287}" type="sibTrans" cxnId="{296ACF9A-C972-4C38-9B72-9361AEA0B122}">
      <dgm:prSet/>
      <dgm:spPr/>
      <dgm:t>
        <a:bodyPr/>
        <a:lstStyle/>
        <a:p>
          <a:endParaRPr lang="en-US"/>
        </a:p>
      </dgm:t>
    </dgm:pt>
    <dgm:pt modelId="{2BC6FC39-6898-487F-989D-6034EA5C05E2}" type="pres">
      <dgm:prSet presAssocID="{24D9320F-D149-4434-B2EB-B744802072CF}" presName="root" presStyleCnt="0">
        <dgm:presLayoutVars>
          <dgm:dir/>
          <dgm:resizeHandles val="exact"/>
        </dgm:presLayoutVars>
      </dgm:prSet>
      <dgm:spPr/>
    </dgm:pt>
    <dgm:pt modelId="{3486F278-7CB5-4BEF-8B0D-12D6259E15EE}" type="pres">
      <dgm:prSet presAssocID="{276B9EC3-92A6-4F63-B0FF-53D66586BB2A}" presName="compNode" presStyleCnt="0"/>
      <dgm:spPr/>
    </dgm:pt>
    <dgm:pt modelId="{C36FAEF9-77D2-4332-98B8-D3DAE928E990}" type="pres">
      <dgm:prSet presAssocID="{276B9EC3-92A6-4F63-B0FF-53D66586BB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889D97C2-99F0-4291-8D11-C9F86358A21C}" type="pres">
      <dgm:prSet presAssocID="{276B9EC3-92A6-4F63-B0FF-53D66586BB2A}" presName="spaceRect" presStyleCnt="0"/>
      <dgm:spPr/>
    </dgm:pt>
    <dgm:pt modelId="{0741C885-A7E1-45AB-B59B-159E6C2F52DD}" type="pres">
      <dgm:prSet presAssocID="{276B9EC3-92A6-4F63-B0FF-53D66586BB2A}" presName="textRect" presStyleLbl="revTx" presStyleIdx="0" presStyleCnt="2">
        <dgm:presLayoutVars>
          <dgm:chMax val="1"/>
          <dgm:chPref val="1"/>
        </dgm:presLayoutVars>
      </dgm:prSet>
      <dgm:spPr/>
    </dgm:pt>
    <dgm:pt modelId="{E2E3BE96-FC81-43A4-8709-FFAF2A0C63CC}" type="pres">
      <dgm:prSet presAssocID="{03512A80-B59A-43C6-BB59-27A94B6059E2}" presName="sibTrans" presStyleCnt="0"/>
      <dgm:spPr/>
    </dgm:pt>
    <dgm:pt modelId="{A56C46B7-60AF-4DA6-8ABA-F8AF8D25CC2F}" type="pres">
      <dgm:prSet presAssocID="{64B11E14-E869-41F5-ACBE-31BD44247A69}" presName="compNode" presStyleCnt="0"/>
      <dgm:spPr/>
    </dgm:pt>
    <dgm:pt modelId="{AFBC281D-9B57-49CA-A1A9-B782BBCB5F10}" type="pres">
      <dgm:prSet presAssocID="{64B11E14-E869-41F5-ACBE-31BD44247A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5928F7F-AE5A-4FA2-A4A0-119C6BEE2955}" type="pres">
      <dgm:prSet presAssocID="{64B11E14-E869-41F5-ACBE-31BD44247A69}" presName="spaceRect" presStyleCnt="0"/>
      <dgm:spPr/>
    </dgm:pt>
    <dgm:pt modelId="{308EFC6F-B8FF-4743-A3C7-7E39ADF3EB7D}" type="pres">
      <dgm:prSet presAssocID="{64B11E14-E869-41F5-ACBE-31BD44247A6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CD90D04-15E5-43C2-BDDD-F685DEC0162D}" srcId="{24D9320F-D149-4434-B2EB-B744802072CF}" destId="{276B9EC3-92A6-4F63-B0FF-53D66586BB2A}" srcOrd="0" destOrd="0" parTransId="{FF63C865-E63D-4EA0-9B12-B1813D413D63}" sibTransId="{03512A80-B59A-43C6-BB59-27A94B6059E2}"/>
    <dgm:cxn modelId="{11244D2C-7E10-48C3-BD79-5925D448D9EF}" type="presOf" srcId="{24D9320F-D149-4434-B2EB-B744802072CF}" destId="{2BC6FC39-6898-487F-989D-6034EA5C05E2}" srcOrd="0" destOrd="0" presId="urn:microsoft.com/office/officeart/2018/2/layout/IconLabelList"/>
    <dgm:cxn modelId="{5EE8C339-BDD3-4016-8F17-723F4C1C4AA2}" type="presOf" srcId="{64B11E14-E869-41F5-ACBE-31BD44247A69}" destId="{308EFC6F-B8FF-4743-A3C7-7E39ADF3EB7D}" srcOrd="0" destOrd="0" presId="urn:microsoft.com/office/officeart/2018/2/layout/IconLabelList"/>
    <dgm:cxn modelId="{296ACF9A-C972-4C38-9B72-9361AEA0B122}" srcId="{24D9320F-D149-4434-B2EB-B744802072CF}" destId="{64B11E14-E869-41F5-ACBE-31BD44247A69}" srcOrd="1" destOrd="0" parTransId="{50BD71CC-010D-4B13-A824-67A5E2C4117C}" sibTransId="{4E22962B-9724-4127-A1B1-9E0F9164C287}"/>
    <dgm:cxn modelId="{6651BC9C-A097-4790-A15D-567B8FC379CD}" type="presOf" srcId="{276B9EC3-92A6-4F63-B0FF-53D66586BB2A}" destId="{0741C885-A7E1-45AB-B59B-159E6C2F52DD}" srcOrd="0" destOrd="0" presId="urn:microsoft.com/office/officeart/2018/2/layout/IconLabelList"/>
    <dgm:cxn modelId="{EB7768D5-8D2E-4D96-B5CE-C508C3BC18E2}" type="presParOf" srcId="{2BC6FC39-6898-487F-989D-6034EA5C05E2}" destId="{3486F278-7CB5-4BEF-8B0D-12D6259E15EE}" srcOrd="0" destOrd="0" presId="urn:microsoft.com/office/officeart/2018/2/layout/IconLabelList"/>
    <dgm:cxn modelId="{E4F55761-6AF2-477C-AD8F-EABFB64DE63D}" type="presParOf" srcId="{3486F278-7CB5-4BEF-8B0D-12D6259E15EE}" destId="{C36FAEF9-77D2-4332-98B8-D3DAE928E990}" srcOrd="0" destOrd="0" presId="urn:microsoft.com/office/officeart/2018/2/layout/IconLabelList"/>
    <dgm:cxn modelId="{9C34E2BD-6871-409C-937C-ECEA5A4437BD}" type="presParOf" srcId="{3486F278-7CB5-4BEF-8B0D-12D6259E15EE}" destId="{889D97C2-99F0-4291-8D11-C9F86358A21C}" srcOrd="1" destOrd="0" presId="urn:microsoft.com/office/officeart/2018/2/layout/IconLabelList"/>
    <dgm:cxn modelId="{C14D0D57-B575-4522-B727-9F3DCA55A324}" type="presParOf" srcId="{3486F278-7CB5-4BEF-8B0D-12D6259E15EE}" destId="{0741C885-A7E1-45AB-B59B-159E6C2F52DD}" srcOrd="2" destOrd="0" presId="urn:microsoft.com/office/officeart/2018/2/layout/IconLabelList"/>
    <dgm:cxn modelId="{45768D7E-39E3-45F1-BE46-1CA12370C357}" type="presParOf" srcId="{2BC6FC39-6898-487F-989D-6034EA5C05E2}" destId="{E2E3BE96-FC81-43A4-8709-FFAF2A0C63CC}" srcOrd="1" destOrd="0" presId="urn:microsoft.com/office/officeart/2018/2/layout/IconLabelList"/>
    <dgm:cxn modelId="{125E05BC-9DAB-41B8-9CA8-E233D25626A7}" type="presParOf" srcId="{2BC6FC39-6898-487F-989D-6034EA5C05E2}" destId="{A56C46B7-60AF-4DA6-8ABA-F8AF8D25CC2F}" srcOrd="2" destOrd="0" presId="urn:microsoft.com/office/officeart/2018/2/layout/IconLabelList"/>
    <dgm:cxn modelId="{75EBCC29-F3C5-4742-92CC-7BCAC0FF4946}" type="presParOf" srcId="{A56C46B7-60AF-4DA6-8ABA-F8AF8D25CC2F}" destId="{AFBC281D-9B57-49CA-A1A9-B782BBCB5F10}" srcOrd="0" destOrd="0" presId="urn:microsoft.com/office/officeart/2018/2/layout/IconLabelList"/>
    <dgm:cxn modelId="{11AE8737-15A2-49BB-9B53-98B7A4D7C0A0}" type="presParOf" srcId="{A56C46B7-60AF-4DA6-8ABA-F8AF8D25CC2F}" destId="{C5928F7F-AE5A-4FA2-A4A0-119C6BEE2955}" srcOrd="1" destOrd="0" presId="urn:microsoft.com/office/officeart/2018/2/layout/IconLabelList"/>
    <dgm:cxn modelId="{77EFA23A-2554-46BF-9B5F-7C95EB51A675}" type="presParOf" srcId="{A56C46B7-60AF-4DA6-8ABA-F8AF8D25CC2F}" destId="{308EFC6F-B8FF-4743-A3C7-7E39ADF3EB7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70A7118-0652-4156-94CF-8EECDD35302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CCFACD-F7CF-418E-AB98-8BE44F21D7AE}">
      <dgm:prSet/>
      <dgm:spPr/>
      <dgm:t>
        <a:bodyPr/>
        <a:lstStyle/>
        <a:p>
          <a:r>
            <a:rPr lang="en-US"/>
            <a:t>Entry: Buy when RSI &lt; 30 and MACD crosses above the signal line.</a:t>
          </a:r>
        </a:p>
      </dgm:t>
    </dgm:pt>
    <dgm:pt modelId="{850C1251-3723-42AE-95F4-1246D7AAF54F}" type="parTrans" cxnId="{27325CF1-2F9C-4615-AD09-9183A9D520E6}">
      <dgm:prSet/>
      <dgm:spPr/>
      <dgm:t>
        <a:bodyPr/>
        <a:lstStyle/>
        <a:p>
          <a:endParaRPr lang="en-US"/>
        </a:p>
      </dgm:t>
    </dgm:pt>
    <dgm:pt modelId="{5D779EAE-A829-4608-B52D-2A6BAD8795D7}" type="sibTrans" cxnId="{27325CF1-2F9C-4615-AD09-9183A9D520E6}">
      <dgm:prSet/>
      <dgm:spPr/>
      <dgm:t>
        <a:bodyPr/>
        <a:lstStyle/>
        <a:p>
          <a:endParaRPr lang="en-US"/>
        </a:p>
      </dgm:t>
    </dgm:pt>
    <dgm:pt modelId="{C2CA3370-7616-442B-8361-4B50CF4257F8}">
      <dgm:prSet/>
      <dgm:spPr/>
      <dgm:t>
        <a:bodyPr/>
        <a:lstStyle/>
        <a:p>
          <a:r>
            <a:rPr lang="en-US"/>
            <a:t>Exit: Sell when RSI &gt; 70 or MACD crosses below the signal line.</a:t>
          </a:r>
        </a:p>
      </dgm:t>
    </dgm:pt>
    <dgm:pt modelId="{49606635-33D1-4109-80CD-84E13EF7727C}" type="parTrans" cxnId="{FDFD464E-DEE7-44EE-949F-933931386C18}">
      <dgm:prSet/>
      <dgm:spPr/>
      <dgm:t>
        <a:bodyPr/>
        <a:lstStyle/>
        <a:p>
          <a:endParaRPr lang="en-US"/>
        </a:p>
      </dgm:t>
    </dgm:pt>
    <dgm:pt modelId="{83BCE1C2-1D4E-4233-A703-BAB8C72DBF5D}" type="sibTrans" cxnId="{FDFD464E-DEE7-44EE-949F-933931386C18}">
      <dgm:prSet/>
      <dgm:spPr/>
      <dgm:t>
        <a:bodyPr/>
        <a:lstStyle/>
        <a:p>
          <a:endParaRPr lang="en-US"/>
        </a:p>
      </dgm:t>
    </dgm:pt>
    <dgm:pt modelId="{092C609D-013A-4234-8CA3-3505DCA23E25}">
      <dgm:prSet/>
      <dgm:spPr/>
      <dgm:t>
        <a:bodyPr/>
        <a:lstStyle/>
        <a:p>
          <a:r>
            <a:rPr lang="en-US"/>
            <a:t>Stop Loss: Set at a predetermined ATR level to limit potential losses.</a:t>
          </a:r>
        </a:p>
      </dgm:t>
    </dgm:pt>
    <dgm:pt modelId="{320680DC-02DF-4D7F-A2D8-7BD8F1D9380E}" type="parTrans" cxnId="{BB481C22-4F3C-49CC-B594-9A306BC5DC9E}">
      <dgm:prSet/>
      <dgm:spPr/>
      <dgm:t>
        <a:bodyPr/>
        <a:lstStyle/>
        <a:p>
          <a:endParaRPr lang="en-US"/>
        </a:p>
      </dgm:t>
    </dgm:pt>
    <dgm:pt modelId="{9FD249D9-F48B-488C-9656-EB91C048CFFF}" type="sibTrans" cxnId="{BB481C22-4F3C-49CC-B594-9A306BC5DC9E}">
      <dgm:prSet/>
      <dgm:spPr/>
      <dgm:t>
        <a:bodyPr/>
        <a:lstStyle/>
        <a:p>
          <a:endParaRPr lang="en-US"/>
        </a:p>
      </dgm:t>
    </dgm:pt>
    <dgm:pt modelId="{FA047068-7A96-479D-B65E-E242203CBA62}" type="pres">
      <dgm:prSet presAssocID="{870A7118-0652-4156-94CF-8EECDD353022}" presName="linear" presStyleCnt="0">
        <dgm:presLayoutVars>
          <dgm:animLvl val="lvl"/>
          <dgm:resizeHandles val="exact"/>
        </dgm:presLayoutVars>
      </dgm:prSet>
      <dgm:spPr/>
    </dgm:pt>
    <dgm:pt modelId="{BC7BD0CC-0040-4925-9DB3-08E08FC8D9E5}" type="pres">
      <dgm:prSet presAssocID="{BBCCFACD-F7CF-418E-AB98-8BE44F21D7A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F2946D-9684-478F-A09B-120170B83C77}" type="pres">
      <dgm:prSet presAssocID="{5D779EAE-A829-4608-B52D-2A6BAD8795D7}" presName="spacer" presStyleCnt="0"/>
      <dgm:spPr/>
    </dgm:pt>
    <dgm:pt modelId="{BAF17E1E-F724-4B44-BA49-22A1A8C4C55D}" type="pres">
      <dgm:prSet presAssocID="{C2CA3370-7616-442B-8361-4B50CF4257F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E6D419E-460F-4EBF-8681-105AA7376D6A}" type="pres">
      <dgm:prSet presAssocID="{83BCE1C2-1D4E-4233-A703-BAB8C72DBF5D}" presName="spacer" presStyleCnt="0"/>
      <dgm:spPr/>
    </dgm:pt>
    <dgm:pt modelId="{B556FE6A-E525-4F7F-88A0-F1AF500D5A52}" type="pres">
      <dgm:prSet presAssocID="{092C609D-013A-4234-8CA3-3505DCA23E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B481C22-4F3C-49CC-B594-9A306BC5DC9E}" srcId="{870A7118-0652-4156-94CF-8EECDD353022}" destId="{092C609D-013A-4234-8CA3-3505DCA23E25}" srcOrd="2" destOrd="0" parTransId="{320680DC-02DF-4D7F-A2D8-7BD8F1D9380E}" sibTransId="{9FD249D9-F48B-488C-9656-EB91C048CFFF}"/>
    <dgm:cxn modelId="{FDFD464E-DEE7-44EE-949F-933931386C18}" srcId="{870A7118-0652-4156-94CF-8EECDD353022}" destId="{C2CA3370-7616-442B-8361-4B50CF4257F8}" srcOrd="1" destOrd="0" parTransId="{49606635-33D1-4109-80CD-84E13EF7727C}" sibTransId="{83BCE1C2-1D4E-4233-A703-BAB8C72DBF5D}"/>
    <dgm:cxn modelId="{1CA9AD6F-19A8-4E70-B358-05C1AD0089F7}" type="presOf" srcId="{870A7118-0652-4156-94CF-8EECDD353022}" destId="{FA047068-7A96-479D-B65E-E242203CBA62}" srcOrd="0" destOrd="0" presId="urn:microsoft.com/office/officeart/2005/8/layout/vList2"/>
    <dgm:cxn modelId="{47F65555-D2FF-41B6-867B-A37D791B4266}" type="presOf" srcId="{C2CA3370-7616-442B-8361-4B50CF4257F8}" destId="{BAF17E1E-F724-4B44-BA49-22A1A8C4C55D}" srcOrd="0" destOrd="0" presId="urn:microsoft.com/office/officeart/2005/8/layout/vList2"/>
    <dgm:cxn modelId="{BDB96889-0EF6-49A8-8DE8-0EAB5D8FC5A5}" type="presOf" srcId="{BBCCFACD-F7CF-418E-AB98-8BE44F21D7AE}" destId="{BC7BD0CC-0040-4925-9DB3-08E08FC8D9E5}" srcOrd="0" destOrd="0" presId="urn:microsoft.com/office/officeart/2005/8/layout/vList2"/>
    <dgm:cxn modelId="{DC54ADA9-6F37-42E2-AA9B-E3ADD3B29C6F}" type="presOf" srcId="{092C609D-013A-4234-8CA3-3505DCA23E25}" destId="{B556FE6A-E525-4F7F-88A0-F1AF500D5A52}" srcOrd="0" destOrd="0" presId="urn:microsoft.com/office/officeart/2005/8/layout/vList2"/>
    <dgm:cxn modelId="{27325CF1-2F9C-4615-AD09-9183A9D520E6}" srcId="{870A7118-0652-4156-94CF-8EECDD353022}" destId="{BBCCFACD-F7CF-418E-AB98-8BE44F21D7AE}" srcOrd="0" destOrd="0" parTransId="{850C1251-3723-42AE-95F4-1246D7AAF54F}" sibTransId="{5D779EAE-A829-4608-B52D-2A6BAD8795D7}"/>
    <dgm:cxn modelId="{E5CC6AF4-6171-40D1-9395-382C034C311C}" type="presParOf" srcId="{FA047068-7A96-479D-B65E-E242203CBA62}" destId="{BC7BD0CC-0040-4925-9DB3-08E08FC8D9E5}" srcOrd="0" destOrd="0" presId="urn:microsoft.com/office/officeart/2005/8/layout/vList2"/>
    <dgm:cxn modelId="{803D6109-BE41-4899-A679-4F6A74C3E7C8}" type="presParOf" srcId="{FA047068-7A96-479D-B65E-E242203CBA62}" destId="{74F2946D-9684-478F-A09B-120170B83C77}" srcOrd="1" destOrd="0" presId="urn:microsoft.com/office/officeart/2005/8/layout/vList2"/>
    <dgm:cxn modelId="{5367BC2A-8A82-4872-9EB0-34DD1B810B77}" type="presParOf" srcId="{FA047068-7A96-479D-B65E-E242203CBA62}" destId="{BAF17E1E-F724-4B44-BA49-22A1A8C4C55D}" srcOrd="2" destOrd="0" presId="urn:microsoft.com/office/officeart/2005/8/layout/vList2"/>
    <dgm:cxn modelId="{0EA88D11-E5FF-425E-A389-201E92DC01C3}" type="presParOf" srcId="{FA047068-7A96-479D-B65E-E242203CBA62}" destId="{2E6D419E-460F-4EBF-8681-105AA7376D6A}" srcOrd="3" destOrd="0" presId="urn:microsoft.com/office/officeart/2005/8/layout/vList2"/>
    <dgm:cxn modelId="{8E1CF7F7-5A8D-40B4-8713-8AB7DAADE7C2}" type="presParOf" srcId="{FA047068-7A96-479D-B65E-E242203CBA62}" destId="{B556FE6A-E525-4F7F-88A0-F1AF500D5A5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85CF849-8093-4846-B669-46B9F0F9AD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EA92182-1E1B-457D-9465-69FDFF0D02AF}">
      <dgm:prSet/>
      <dgm:spPr/>
      <dgm:t>
        <a:bodyPr/>
        <a:lstStyle/>
        <a:p>
          <a:r>
            <a:rPr lang="en-US"/>
            <a:t>The trading strategy was implemented in Python using the Pandas and TA-Lib libraries.</a:t>
          </a:r>
        </a:p>
      </dgm:t>
    </dgm:pt>
    <dgm:pt modelId="{22BB2DEB-D5A1-4C0F-AF17-697348DE6F09}" type="parTrans" cxnId="{6BF2179C-76E9-499E-8CC9-ED13790B6B3C}">
      <dgm:prSet/>
      <dgm:spPr/>
      <dgm:t>
        <a:bodyPr/>
        <a:lstStyle/>
        <a:p>
          <a:endParaRPr lang="en-US"/>
        </a:p>
      </dgm:t>
    </dgm:pt>
    <dgm:pt modelId="{B38F76F9-2D88-46FF-A0B4-9E826DF8FFA3}" type="sibTrans" cxnId="{6BF2179C-76E9-499E-8CC9-ED13790B6B3C}">
      <dgm:prSet/>
      <dgm:spPr/>
      <dgm:t>
        <a:bodyPr/>
        <a:lstStyle/>
        <a:p>
          <a:endParaRPr lang="en-US"/>
        </a:p>
      </dgm:t>
    </dgm:pt>
    <dgm:pt modelId="{BD38464A-98E4-43E1-BE5A-061440F4410C}">
      <dgm:prSet/>
      <dgm:spPr/>
      <dgm:t>
        <a:bodyPr/>
        <a:lstStyle/>
        <a:p>
          <a:r>
            <a:rPr lang="en-US"/>
            <a:t>TA-Lib provides functions to calculate technical indicators, while Pandas handles data manipulation.</a:t>
          </a:r>
        </a:p>
      </dgm:t>
    </dgm:pt>
    <dgm:pt modelId="{B36F7997-1782-4EF5-A238-53BFB657EDFF}" type="parTrans" cxnId="{0C4798E2-48E8-46EF-9DB8-9C4BFAD6707A}">
      <dgm:prSet/>
      <dgm:spPr/>
      <dgm:t>
        <a:bodyPr/>
        <a:lstStyle/>
        <a:p>
          <a:endParaRPr lang="en-US"/>
        </a:p>
      </dgm:t>
    </dgm:pt>
    <dgm:pt modelId="{9B7B2BCA-1C59-46CD-81D4-A34351BF691C}" type="sibTrans" cxnId="{0C4798E2-48E8-46EF-9DB8-9C4BFAD6707A}">
      <dgm:prSet/>
      <dgm:spPr/>
      <dgm:t>
        <a:bodyPr/>
        <a:lstStyle/>
        <a:p>
          <a:endParaRPr lang="en-US"/>
        </a:p>
      </dgm:t>
    </dgm:pt>
    <dgm:pt modelId="{981F4FC5-F4A3-4A18-8BCE-E7D380343818}" type="pres">
      <dgm:prSet presAssocID="{985CF849-8093-4846-B669-46B9F0F9ADFF}" presName="root" presStyleCnt="0">
        <dgm:presLayoutVars>
          <dgm:dir/>
          <dgm:resizeHandles val="exact"/>
        </dgm:presLayoutVars>
      </dgm:prSet>
      <dgm:spPr/>
    </dgm:pt>
    <dgm:pt modelId="{F67171B9-9E9C-4CE6-88DA-A76252403669}" type="pres">
      <dgm:prSet presAssocID="{BEA92182-1E1B-457D-9465-69FDFF0D02AF}" presName="compNode" presStyleCnt="0"/>
      <dgm:spPr/>
    </dgm:pt>
    <dgm:pt modelId="{1E9496F1-EBDB-44AD-995E-DAC5B3E0D8A0}" type="pres">
      <dgm:prSet presAssocID="{BEA92182-1E1B-457D-9465-69FDFF0D02AF}" presName="bgRect" presStyleLbl="bgShp" presStyleIdx="0" presStyleCnt="2"/>
      <dgm:spPr/>
    </dgm:pt>
    <dgm:pt modelId="{C7252B65-B227-41E0-BE98-6F83DB8B430A}" type="pres">
      <dgm:prSet presAssocID="{BEA92182-1E1B-457D-9465-69FDFF0D02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ary"/>
        </a:ext>
      </dgm:extLst>
    </dgm:pt>
    <dgm:pt modelId="{A254457F-B832-4FFD-A850-BB09D36FFA5B}" type="pres">
      <dgm:prSet presAssocID="{BEA92182-1E1B-457D-9465-69FDFF0D02AF}" presName="spaceRect" presStyleCnt="0"/>
      <dgm:spPr/>
    </dgm:pt>
    <dgm:pt modelId="{C0D172B0-787A-4853-BEFC-518C20665886}" type="pres">
      <dgm:prSet presAssocID="{BEA92182-1E1B-457D-9465-69FDFF0D02AF}" presName="parTx" presStyleLbl="revTx" presStyleIdx="0" presStyleCnt="2">
        <dgm:presLayoutVars>
          <dgm:chMax val="0"/>
          <dgm:chPref val="0"/>
        </dgm:presLayoutVars>
      </dgm:prSet>
      <dgm:spPr/>
    </dgm:pt>
    <dgm:pt modelId="{443CE864-A57B-4FF1-B65A-D6672F789755}" type="pres">
      <dgm:prSet presAssocID="{B38F76F9-2D88-46FF-A0B4-9E826DF8FFA3}" presName="sibTrans" presStyleCnt="0"/>
      <dgm:spPr/>
    </dgm:pt>
    <dgm:pt modelId="{55B3F328-B2C8-4D18-8468-241EAE17C4FF}" type="pres">
      <dgm:prSet presAssocID="{BD38464A-98E4-43E1-BE5A-061440F4410C}" presName="compNode" presStyleCnt="0"/>
      <dgm:spPr/>
    </dgm:pt>
    <dgm:pt modelId="{0586CDC9-48F0-407E-9C87-05B2ED25D12C}" type="pres">
      <dgm:prSet presAssocID="{BD38464A-98E4-43E1-BE5A-061440F4410C}" presName="bgRect" presStyleLbl="bgShp" presStyleIdx="1" presStyleCnt="2"/>
      <dgm:spPr/>
    </dgm:pt>
    <dgm:pt modelId="{D326B1E3-CF87-4B57-BAD5-1BCAD52AE8FA}" type="pres">
      <dgm:prSet presAssocID="{BD38464A-98E4-43E1-BE5A-061440F4410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A0E4ED72-E959-4C8C-BD16-3391D5DD8B6E}" type="pres">
      <dgm:prSet presAssocID="{BD38464A-98E4-43E1-BE5A-061440F4410C}" presName="spaceRect" presStyleCnt="0"/>
      <dgm:spPr/>
    </dgm:pt>
    <dgm:pt modelId="{4AC5F271-4EDC-485F-A8CB-CB66A21A9C32}" type="pres">
      <dgm:prSet presAssocID="{BD38464A-98E4-43E1-BE5A-061440F4410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BF2179C-76E9-499E-8CC9-ED13790B6B3C}" srcId="{985CF849-8093-4846-B669-46B9F0F9ADFF}" destId="{BEA92182-1E1B-457D-9465-69FDFF0D02AF}" srcOrd="0" destOrd="0" parTransId="{22BB2DEB-D5A1-4C0F-AF17-697348DE6F09}" sibTransId="{B38F76F9-2D88-46FF-A0B4-9E826DF8FFA3}"/>
    <dgm:cxn modelId="{829DF9AE-B946-4F6A-B709-E40F3595ACD3}" type="presOf" srcId="{BEA92182-1E1B-457D-9465-69FDFF0D02AF}" destId="{C0D172B0-787A-4853-BEFC-518C20665886}" srcOrd="0" destOrd="0" presId="urn:microsoft.com/office/officeart/2018/2/layout/IconVerticalSolidList"/>
    <dgm:cxn modelId="{0C4798E2-48E8-46EF-9DB8-9C4BFAD6707A}" srcId="{985CF849-8093-4846-B669-46B9F0F9ADFF}" destId="{BD38464A-98E4-43E1-BE5A-061440F4410C}" srcOrd="1" destOrd="0" parTransId="{B36F7997-1782-4EF5-A238-53BFB657EDFF}" sibTransId="{9B7B2BCA-1C59-46CD-81D4-A34351BF691C}"/>
    <dgm:cxn modelId="{08F2A4EB-6F23-4A6B-B79B-18FBD8793871}" type="presOf" srcId="{985CF849-8093-4846-B669-46B9F0F9ADFF}" destId="{981F4FC5-F4A3-4A18-8BCE-E7D380343818}" srcOrd="0" destOrd="0" presId="urn:microsoft.com/office/officeart/2018/2/layout/IconVerticalSolidList"/>
    <dgm:cxn modelId="{EC683BFF-B957-453B-A81C-A15CF7FD6FD3}" type="presOf" srcId="{BD38464A-98E4-43E1-BE5A-061440F4410C}" destId="{4AC5F271-4EDC-485F-A8CB-CB66A21A9C32}" srcOrd="0" destOrd="0" presId="urn:microsoft.com/office/officeart/2018/2/layout/IconVerticalSolidList"/>
    <dgm:cxn modelId="{0C36DB72-63A0-4B9C-9794-A8B86E6B06D7}" type="presParOf" srcId="{981F4FC5-F4A3-4A18-8BCE-E7D380343818}" destId="{F67171B9-9E9C-4CE6-88DA-A76252403669}" srcOrd="0" destOrd="0" presId="urn:microsoft.com/office/officeart/2018/2/layout/IconVerticalSolidList"/>
    <dgm:cxn modelId="{1E4508D4-E826-4FEE-A232-D51902365F4A}" type="presParOf" srcId="{F67171B9-9E9C-4CE6-88DA-A76252403669}" destId="{1E9496F1-EBDB-44AD-995E-DAC5B3E0D8A0}" srcOrd="0" destOrd="0" presId="urn:microsoft.com/office/officeart/2018/2/layout/IconVerticalSolidList"/>
    <dgm:cxn modelId="{8D768E0B-932D-426F-94CD-1909729F94F6}" type="presParOf" srcId="{F67171B9-9E9C-4CE6-88DA-A76252403669}" destId="{C7252B65-B227-41E0-BE98-6F83DB8B430A}" srcOrd="1" destOrd="0" presId="urn:microsoft.com/office/officeart/2018/2/layout/IconVerticalSolidList"/>
    <dgm:cxn modelId="{13C698A3-13B7-4905-A83E-740F033353D9}" type="presParOf" srcId="{F67171B9-9E9C-4CE6-88DA-A76252403669}" destId="{A254457F-B832-4FFD-A850-BB09D36FFA5B}" srcOrd="2" destOrd="0" presId="urn:microsoft.com/office/officeart/2018/2/layout/IconVerticalSolidList"/>
    <dgm:cxn modelId="{DCBF1043-BECA-4473-8EE8-39B6EE372FC2}" type="presParOf" srcId="{F67171B9-9E9C-4CE6-88DA-A76252403669}" destId="{C0D172B0-787A-4853-BEFC-518C20665886}" srcOrd="3" destOrd="0" presId="urn:microsoft.com/office/officeart/2018/2/layout/IconVerticalSolidList"/>
    <dgm:cxn modelId="{45F162CD-FCE4-448E-A6F4-7AE7B159EBB2}" type="presParOf" srcId="{981F4FC5-F4A3-4A18-8BCE-E7D380343818}" destId="{443CE864-A57B-4FF1-B65A-D6672F789755}" srcOrd="1" destOrd="0" presId="urn:microsoft.com/office/officeart/2018/2/layout/IconVerticalSolidList"/>
    <dgm:cxn modelId="{F7E3E0E4-1CE6-433B-A7F7-A65FB4F5F8CD}" type="presParOf" srcId="{981F4FC5-F4A3-4A18-8BCE-E7D380343818}" destId="{55B3F328-B2C8-4D18-8468-241EAE17C4FF}" srcOrd="2" destOrd="0" presId="urn:microsoft.com/office/officeart/2018/2/layout/IconVerticalSolidList"/>
    <dgm:cxn modelId="{5ED892CC-8715-449E-B332-805E223AC6D0}" type="presParOf" srcId="{55B3F328-B2C8-4D18-8468-241EAE17C4FF}" destId="{0586CDC9-48F0-407E-9C87-05B2ED25D12C}" srcOrd="0" destOrd="0" presId="urn:microsoft.com/office/officeart/2018/2/layout/IconVerticalSolidList"/>
    <dgm:cxn modelId="{F9458817-F9E0-4006-87B6-1CDDC67E1E51}" type="presParOf" srcId="{55B3F328-B2C8-4D18-8468-241EAE17C4FF}" destId="{D326B1E3-CF87-4B57-BAD5-1BCAD52AE8FA}" srcOrd="1" destOrd="0" presId="urn:microsoft.com/office/officeart/2018/2/layout/IconVerticalSolidList"/>
    <dgm:cxn modelId="{9B5FFB5B-0FEF-40ED-96C8-2BD6D3ABE5BF}" type="presParOf" srcId="{55B3F328-B2C8-4D18-8468-241EAE17C4FF}" destId="{A0E4ED72-E959-4C8C-BD16-3391D5DD8B6E}" srcOrd="2" destOrd="0" presId="urn:microsoft.com/office/officeart/2018/2/layout/IconVerticalSolidList"/>
    <dgm:cxn modelId="{D6A6361F-8B75-4059-ADE2-E9ED7D41950A}" type="presParOf" srcId="{55B3F328-B2C8-4D18-8468-241EAE17C4FF}" destId="{4AC5F271-4EDC-485F-A8CB-CB66A21A9C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CD88FC3-8FEF-456F-8814-2C8C478576A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C8FF3F-E212-4B0B-8FCF-A95B1C563626}">
      <dgm:prSet/>
      <dgm:spPr/>
      <dgm:t>
        <a:bodyPr/>
        <a:lstStyle/>
        <a:p>
          <a:r>
            <a:rPr lang="en-US"/>
            <a:t>The strategy was backtested on historical data to evaluate its performance.</a:t>
          </a:r>
        </a:p>
      </dgm:t>
    </dgm:pt>
    <dgm:pt modelId="{09613E7E-BD60-41E5-9C7C-83090E73EE94}" type="parTrans" cxnId="{963F88C8-2536-4994-BF3E-F14D2796A844}">
      <dgm:prSet/>
      <dgm:spPr/>
      <dgm:t>
        <a:bodyPr/>
        <a:lstStyle/>
        <a:p>
          <a:endParaRPr lang="en-US"/>
        </a:p>
      </dgm:t>
    </dgm:pt>
    <dgm:pt modelId="{43B84BB9-D9F2-431B-B881-624F0F8FD060}" type="sibTrans" cxnId="{963F88C8-2536-4994-BF3E-F14D2796A844}">
      <dgm:prSet/>
      <dgm:spPr/>
      <dgm:t>
        <a:bodyPr/>
        <a:lstStyle/>
        <a:p>
          <a:endParaRPr lang="en-US"/>
        </a:p>
      </dgm:t>
    </dgm:pt>
    <dgm:pt modelId="{5D67EFDF-F077-4E9D-AB7E-76D60B1DF422}">
      <dgm:prSet/>
      <dgm:spPr/>
      <dgm:t>
        <a:bodyPr/>
        <a:lstStyle/>
        <a:p>
          <a:r>
            <a:rPr lang="en-US"/>
            <a:t>Backtesting allows us to simulate the strategy's behavior over time.</a:t>
          </a:r>
        </a:p>
      </dgm:t>
    </dgm:pt>
    <dgm:pt modelId="{9F0E897E-12F8-487E-99DC-8331D48CE0E0}" type="parTrans" cxnId="{2D77B11D-7C4D-48BB-915E-4DDE90FEE42F}">
      <dgm:prSet/>
      <dgm:spPr/>
      <dgm:t>
        <a:bodyPr/>
        <a:lstStyle/>
        <a:p>
          <a:endParaRPr lang="en-US"/>
        </a:p>
      </dgm:t>
    </dgm:pt>
    <dgm:pt modelId="{BE0CD417-39D0-450B-B3D6-77A060E643E6}" type="sibTrans" cxnId="{2D77B11D-7C4D-48BB-915E-4DDE90FEE42F}">
      <dgm:prSet/>
      <dgm:spPr/>
      <dgm:t>
        <a:bodyPr/>
        <a:lstStyle/>
        <a:p>
          <a:endParaRPr lang="en-US"/>
        </a:p>
      </dgm:t>
    </dgm:pt>
    <dgm:pt modelId="{1AA294F2-275B-4F75-A5E0-F0841E9108B0}" type="pres">
      <dgm:prSet presAssocID="{FCD88FC3-8FEF-456F-8814-2C8C478576A9}" presName="root" presStyleCnt="0">
        <dgm:presLayoutVars>
          <dgm:dir/>
          <dgm:resizeHandles val="exact"/>
        </dgm:presLayoutVars>
      </dgm:prSet>
      <dgm:spPr/>
    </dgm:pt>
    <dgm:pt modelId="{3EEDC7B2-5EAD-4496-BA6C-2A678C64929D}" type="pres">
      <dgm:prSet presAssocID="{BAC8FF3F-E212-4B0B-8FCF-A95B1C563626}" presName="compNode" presStyleCnt="0"/>
      <dgm:spPr/>
    </dgm:pt>
    <dgm:pt modelId="{A7E93C5B-8C74-4797-82E2-73145C79F9F4}" type="pres">
      <dgm:prSet presAssocID="{BAC8FF3F-E212-4B0B-8FCF-A95B1C56362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D0DE1C0-7A43-4517-A8C9-C851961C92BC}" type="pres">
      <dgm:prSet presAssocID="{BAC8FF3F-E212-4B0B-8FCF-A95B1C563626}" presName="spaceRect" presStyleCnt="0"/>
      <dgm:spPr/>
    </dgm:pt>
    <dgm:pt modelId="{9936F078-6878-42FE-993E-2F2CEA5E35CE}" type="pres">
      <dgm:prSet presAssocID="{BAC8FF3F-E212-4B0B-8FCF-A95B1C563626}" presName="textRect" presStyleLbl="revTx" presStyleIdx="0" presStyleCnt="2">
        <dgm:presLayoutVars>
          <dgm:chMax val="1"/>
          <dgm:chPref val="1"/>
        </dgm:presLayoutVars>
      </dgm:prSet>
      <dgm:spPr/>
    </dgm:pt>
    <dgm:pt modelId="{BAE1BBA8-93B0-4D29-9980-E5AC3269E28F}" type="pres">
      <dgm:prSet presAssocID="{43B84BB9-D9F2-431B-B881-624F0F8FD060}" presName="sibTrans" presStyleCnt="0"/>
      <dgm:spPr/>
    </dgm:pt>
    <dgm:pt modelId="{B5ACF405-004E-4859-A216-D353555F8578}" type="pres">
      <dgm:prSet presAssocID="{5D67EFDF-F077-4E9D-AB7E-76D60B1DF422}" presName="compNode" presStyleCnt="0"/>
      <dgm:spPr/>
    </dgm:pt>
    <dgm:pt modelId="{56B156A7-BE0A-4EC9-9558-40FDBFB03C99}" type="pres">
      <dgm:prSet presAssocID="{5D67EFDF-F077-4E9D-AB7E-76D60B1DF4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DD50F251-EC9C-43B5-BBA1-D548924F10D8}" type="pres">
      <dgm:prSet presAssocID="{5D67EFDF-F077-4E9D-AB7E-76D60B1DF422}" presName="spaceRect" presStyleCnt="0"/>
      <dgm:spPr/>
    </dgm:pt>
    <dgm:pt modelId="{4BE87FB1-C531-48DD-A29D-0F0A68F92874}" type="pres">
      <dgm:prSet presAssocID="{5D67EFDF-F077-4E9D-AB7E-76D60B1DF42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D77B11D-7C4D-48BB-915E-4DDE90FEE42F}" srcId="{FCD88FC3-8FEF-456F-8814-2C8C478576A9}" destId="{5D67EFDF-F077-4E9D-AB7E-76D60B1DF422}" srcOrd="1" destOrd="0" parTransId="{9F0E897E-12F8-487E-99DC-8331D48CE0E0}" sibTransId="{BE0CD417-39D0-450B-B3D6-77A060E643E6}"/>
    <dgm:cxn modelId="{A2871223-9B9B-490B-9B0C-0BEB2FA37090}" type="presOf" srcId="{BAC8FF3F-E212-4B0B-8FCF-A95B1C563626}" destId="{9936F078-6878-42FE-993E-2F2CEA5E35CE}" srcOrd="0" destOrd="0" presId="urn:microsoft.com/office/officeart/2018/2/layout/IconLabelList"/>
    <dgm:cxn modelId="{57215128-F856-42D7-94A2-BA3C65E76060}" type="presOf" srcId="{5D67EFDF-F077-4E9D-AB7E-76D60B1DF422}" destId="{4BE87FB1-C531-48DD-A29D-0F0A68F92874}" srcOrd="0" destOrd="0" presId="urn:microsoft.com/office/officeart/2018/2/layout/IconLabelList"/>
    <dgm:cxn modelId="{A88CC48B-3311-4AC5-B2EE-08FDC3861A0F}" type="presOf" srcId="{FCD88FC3-8FEF-456F-8814-2C8C478576A9}" destId="{1AA294F2-275B-4F75-A5E0-F0841E9108B0}" srcOrd="0" destOrd="0" presId="urn:microsoft.com/office/officeart/2018/2/layout/IconLabelList"/>
    <dgm:cxn modelId="{963F88C8-2536-4994-BF3E-F14D2796A844}" srcId="{FCD88FC3-8FEF-456F-8814-2C8C478576A9}" destId="{BAC8FF3F-E212-4B0B-8FCF-A95B1C563626}" srcOrd="0" destOrd="0" parTransId="{09613E7E-BD60-41E5-9C7C-83090E73EE94}" sibTransId="{43B84BB9-D9F2-431B-B881-624F0F8FD060}"/>
    <dgm:cxn modelId="{D02F4F45-77D4-49A8-8607-5464954F930E}" type="presParOf" srcId="{1AA294F2-275B-4F75-A5E0-F0841E9108B0}" destId="{3EEDC7B2-5EAD-4496-BA6C-2A678C64929D}" srcOrd="0" destOrd="0" presId="urn:microsoft.com/office/officeart/2018/2/layout/IconLabelList"/>
    <dgm:cxn modelId="{A3C8DAD8-634C-4D34-9BC5-AAD755549A2C}" type="presParOf" srcId="{3EEDC7B2-5EAD-4496-BA6C-2A678C64929D}" destId="{A7E93C5B-8C74-4797-82E2-73145C79F9F4}" srcOrd="0" destOrd="0" presId="urn:microsoft.com/office/officeart/2018/2/layout/IconLabelList"/>
    <dgm:cxn modelId="{42756F23-E742-42A9-A318-0C3A82DA572C}" type="presParOf" srcId="{3EEDC7B2-5EAD-4496-BA6C-2A678C64929D}" destId="{6D0DE1C0-7A43-4517-A8C9-C851961C92BC}" srcOrd="1" destOrd="0" presId="urn:microsoft.com/office/officeart/2018/2/layout/IconLabelList"/>
    <dgm:cxn modelId="{33856DB7-4B72-437E-A4A6-68213EFE28C6}" type="presParOf" srcId="{3EEDC7B2-5EAD-4496-BA6C-2A678C64929D}" destId="{9936F078-6878-42FE-993E-2F2CEA5E35CE}" srcOrd="2" destOrd="0" presId="urn:microsoft.com/office/officeart/2018/2/layout/IconLabelList"/>
    <dgm:cxn modelId="{0DE2E024-44F4-4353-AA45-3EF8996452B0}" type="presParOf" srcId="{1AA294F2-275B-4F75-A5E0-F0841E9108B0}" destId="{BAE1BBA8-93B0-4D29-9980-E5AC3269E28F}" srcOrd="1" destOrd="0" presId="urn:microsoft.com/office/officeart/2018/2/layout/IconLabelList"/>
    <dgm:cxn modelId="{564C6171-5384-4E3D-B945-9D5111632E33}" type="presParOf" srcId="{1AA294F2-275B-4F75-A5E0-F0841E9108B0}" destId="{B5ACF405-004E-4859-A216-D353555F8578}" srcOrd="2" destOrd="0" presId="urn:microsoft.com/office/officeart/2018/2/layout/IconLabelList"/>
    <dgm:cxn modelId="{C3100F33-ABFC-402A-BDE6-AEBC751D8090}" type="presParOf" srcId="{B5ACF405-004E-4859-A216-D353555F8578}" destId="{56B156A7-BE0A-4EC9-9558-40FDBFB03C99}" srcOrd="0" destOrd="0" presId="urn:microsoft.com/office/officeart/2018/2/layout/IconLabelList"/>
    <dgm:cxn modelId="{4A984ECA-669B-416B-86A2-1581FA0CAC20}" type="presParOf" srcId="{B5ACF405-004E-4859-A216-D353555F8578}" destId="{DD50F251-EC9C-43B5-BBA1-D548924F10D8}" srcOrd="1" destOrd="0" presId="urn:microsoft.com/office/officeart/2018/2/layout/IconLabelList"/>
    <dgm:cxn modelId="{CA6B3FDA-3F91-4CC2-8684-AC00C856B3AF}" type="presParOf" srcId="{B5ACF405-004E-4859-A216-D353555F8578}" destId="{4BE87FB1-C531-48DD-A29D-0F0A68F9287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E623CB9-F2F8-416B-9190-BD269883F0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0C52E1-B339-45DE-BF42-4779B624638E}">
      <dgm:prSet/>
      <dgm:spPr/>
      <dgm:t>
        <a:bodyPr/>
        <a:lstStyle/>
        <a:p>
          <a:r>
            <a:rPr lang="en-US"/>
            <a:t>The strategy's performance was evaluated based on several metrics:</a:t>
          </a:r>
        </a:p>
      </dgm:t>
    </dgm:pt>
    <dgm:pt modelId="{28D7E5F0-0559-40F9-8452-51145749C87B}" type="parTrans" cxnId="{3EEA236B-66C5-4143-B3C2-0EF9954399A5}">
      <dgm:prSet/>
      <dgm:spPr/>
      <dgm:t>
        <a:bodyPr/>
        <a:lstStyle/>
        <a:p>
          <a:endParaRPr lang="en-US"/>
        </a:p>
      </dgm:t>
    </dgm:pt>
    <dgm:pt modelId="{8C174772-8F20-403B-835F-0935BCD06513}" type="sibTrans" cxnId="{3EEA236B-66C5-4143-B3C2-0EF9954399A5}">
      <dgm:prSet/>
      <dgm:spPr/>
      <dgm:t>
        <a:bodyPr/>
        <a:lstStyle/>
        <a:p>
          <a:endParaRPr lang="en-US"/>
        </a:p>
      </dgm:t>
    </dgm:pt>
    <dgm:pt modelId="{5741BFA9-D6C4-4442-AC46-A2A3F57FE48D}">
      <dgm:prSet/>
      <dgm:spPr/>
      <dgm:t>
        <a:bodyPr/>
        <a:lstStyle/>
        <a:p>
          <a:r>
            <a:rPr lang="en-US"/>
            <a:t>- Net Profit</a:t>
          </a:r>
        </a:p>
      </dgm:t>
    </dgm:pt>
    <dgm:pt modelId="{6291D4DA-2BE1-4A3E-85A3-4D80734A62F3}" type="parTrans" cxnId="{43987BC0-E2FD-4EEA-A221-9CD3629A71A4}">
      <dgm:prSet/>
      <dgm:spPr/>
      <dgm:t>
        <a:bodyPr/>
        <a:lstStyle/>
        <a:p>
          <a:endParaRPr lang="en-US"/>
        </a:p>
      </dgm:t>
    </dgm:pt>
    <dgm:pt modelId="{BEA4E928-AFF8-4E3A-82DB-AF7D1FCE773A}" type="sibTrans" cxnId="{43987BC0-E2FD-4EEA-A221-9CD3629A71A4}">
      <dgm:prSet/>
      <dgm:spPr/>
      <dgm:t>
        <a:bodyPr/>
        <a:lstStyle/>
        <a:p>
          <a:endParaRPr lang="en-US"/>
        </a:p>
      </dgm:t>
    </dgm:pt>
    <dgm:pt modelId="{94440F9D-1D81-4862-9BFA-08F925B63349}">
      <dgm:prSet/>
      <dgm:spPr/>
      <dgm:t>
        <a:bodyPr/>
        <a:lstStyle/>
        <a:p>
          <a:r>
            <a:rPr lang="en-US"/>
            <a:t>- Maximum Drawdown</a:t>
          </a:r>
        </a:p>
      </dgm:t>
    </dgm:pt>
    <dgm:pt modelId="{761D8D88-43EA-410B-9D46-3DE35035F628}" type="parTrans" cxnId="{5051D14F-D4ED-4DD6-A05C-BA27C33902DC}">
      <dgm:prSet/>
      <dgm:spPr/>
      <dgm:t>
        <a:bodyPr/>
        <a:lstStyle/>
        <a:p>
          <a:endParaRPr lang="en-US"/>
        </a:p>
      </dgm:t>
    </dgm:pt>
    <dgm:pt modelId="{0038B0B6-9D93-4416-9F95-BA76ECEF0746}" type="sibTrans" cxnId="{5051D14F-D4ED-4DD6-A05C-BA27C33902DC}">
      <dgm:prSet/>
      <dgm:spPr/>
      <dgm:t>
        <a:bodyPr/>
        <a:lstStyle/>
        <a:p>
          <a:endParaRPr lang="en-US"/>
        </a:p>
      </dgm:t>
    </dgm:pt>
    <dgm:pt modelId="{1125262E-EA94-435B-9572-6C6186667843}">
      <dgm:prSet/>
      <dgm:spPr/>
      <dgm:t>
        <a:bodyPr/>
        <a:lstStyle/>
        <a:p>
          <a:r>
            <a:rPr lang="en-US"/>
            <a:t>- Win/Loss Ratio</a:t>
          </a:r>
        </a:p>
      </dgm:t>
    </dgm:pt>
    <dgm:pt modelId="{CE669274-41F8-41F1-BBAF-84424B1C134C}" type="parTrans" cxnId="{665A0994-70A0-44A6-850C-A8B162980192}">
      <dgm:prSet/>
      <dgm:spPr/>
      <dgm:t>
        <a:bodyPr/>
        <a:lstStyle/>
        <a:p>
          <a:endParaRPr lang="en-US"/>
        </a:p>
      </dgm:t>
    </dgm:pt>
    <dgm:pt modelId="{5A442044-1DA0-4AB5-B4A5-F30D03FDA979}" type="sibTrans" cxnId="{665A0994-70A0-44A6-850C-A8B162980192}">
      <dgm:prSet/>
      <dgm:spPr/>
      <dgm:t>
        <a:bodyPr/>
        <a:lstStyle/>
        <a:p>
          <a:endParaRPr lang="en-US"/>
        </a:p>
      </dgm:t>
    </dgm:pt>
    <dgm:pt modelId="{CBEA5933-CB61-4A54-905B-4D2A87361078}">
      <dgm:prSet/>
      <dgm:spPr/>
      <dgm:t>
        <a:bodyPr/>
        <a:lstStyle/>
        <a:p>
          <a:r>
            <a:rPr lang="en-US"/>
            <a:t>- Sharpe Ratio</a:t>
          </a:r>
        </a:p>
      </dgm:t>
    </dgm:pt>
    <dgm:pt modelId="{D4B16AA9-374E-4882-A33B-64506BAD0261}" type="parTrans" cxnId="{019391DA-C655-48E6-AC44-6CC6911C3A2D}">
      <dgm:prSet/>
      <dgm:spPr/>
      <dgm:t>
        <a:bodyPr/>
        <a:lstStyle/>
        <a:p>
          <a:endParaRPr lang="en-US"/>
        </a:p>
      </dgm:t>
    </dgm:pt>
    <dgm:pt modelId="{3B15AA98-1158-4812-983C-4D9B5344B4FE}" type="sibTrans" cxnId="{019391DA-C655-48E6-AC44-6CC6911C3A2D}">
      <dgm:prSet/>
      <dgm:spPr/>
      <dgm:t>
        <a:bodyPr/>
        <a:lstStyle/>
        <a:p>
          <a:endParaRPr lang="en-US"/>
        </a:p>
      </dgm:t>
    </dgm:pt>
    <dgm:pt modelId="{B0A61ED7-D6E3-42C9-B7F1-11D178BA8AE0}" type="pres">
      <dgm:prSet presAssocID="{BE623CB9-F2F8-416B-9190-BD269883F0F2}" presName="root" presStyleCnt="0">
        <dgm:presLayoutVars>
          <dgm:dir/>
          <dgm:resizeHandles val="exact"/>
        </dgm:presLayoutVars>
      </dgm:prSet>
      <dgm:spPr/>
    </dgm:pt>
    <dgm:pt modelId="{03520FE4-E3BC-4D59-AA52-19763375A07D}" type="pres">
      <dgm:prSet presAssocID="{620C52E1-B339-45DE-BF42-4779B624638E}" presName="compNode" presStyleCnt="0"/>
      <dgm:spPr/>
    </dgm:pt>
    <dgm:pt modelId="{29A55534-6586-4C4A-95D1-46412A0DE462}" type="pres">
      <dgm:prSet presAssocID="{620C52E1-B339-45DE-BF42-4779B624638E}" presName="bgRect" presStyleLbl="bgShp" presStyleIdx="0" presStyleCnt="5"/>
      <dgm:spPr/>
    </dgm:pt>
    <dgm:pt modelId="{874A66A9-3FF6-4E24-8291-EE9C351678E4}" type="pres">
      <dgm:prSet presAssocID="{620C52E1-B339-45DE-BF42-4779B624638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9FA5152-F71A-4DFC-B604-A85ED9F534BD}" type="pres">
      <dgm:prSet presAssocID="{620C52E1-B339-45DE-BF42-4779B624638E}" presName="spaceRect" presStyleCnt="0"/>
      <dgm:spPr/>
    </dgm:pt>
    <dgm:pt modelId="{C4500382-4895-4737-9E71-AB7799159E46}" type="pres">
      <dgm:prSet presAssocID="{620C52E1-B339-45DE-BF42-4779B624638E}" presName="parTx" presStyleLbl="revTx" presStyleIdx="0" presStyleCnt="5">
        <dgm:presLayoutVars>
          <dgm:chMax val="0"/>
          <dgm:chPref val="0"/>
        </dgm:presLayoutVars>
      </dgm:prSet>
      <dgm:spPr/>
    </dgm:pt>
    <dgm:pt modelId="{A8000701-45CF-4677-951A-432CFE908824}" type="pres">
      <dgm:prSet presAssocID="{8C174772-8F20-403B-835F-0935BCD06513}" presName="sibTrans" presStyleCnt="0"/>
      <dgm:spPr/>
    </dgm:pt>
    <dgm:pt modelId="{D664B4C4-2C03-417D-A5D9-8460375CFE3C}" type="pres">
      <dgm:prSet presAssocID="{5741BFA9-D6C4-4442-AC46-A2A3F57FE48D}" presName="compNode" presStyleCnt="0"/>
      <dgm:spPr/>
    </dgm:pt>
    <dgm:pt modelId="{32E891A5-57B9-444E-A180-97727DDC4F22}" type="pres">
      <dgm:prSet presAssocID="{5741BFA9-D6C4-4442-AC46-A2A3F57FE48D}" presName="bgRect" presStyleLbl="bgShp" presStyleIdx="1" presStyleCnt="5"/>
      <dgm:spPr/>
    </dgm:pt>
    <dgm:pt modelId="{B3995469-3AA2-4488-A61E-FC7F518FBC3E}" type="pres">
      <dgm:prSet presAssocID="{5741BFA9-D6C4-4442-AC46-A2A3F57FE48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0A2074F-8393-46BD-A936-CD9A5D0EA27E}" type="pres">
      <dgm:prSet presAssocID="{5741BFA9-D6C4-4442-AC46-A2A3F57FE48D}" presName="spaceRect" presStyleCnt="0"/>
      <dgm:spPr/>
    </dgm:pt>
    <dgm:pt modelId="{1D285839-4117-4222-A6E0-AAE37BA9F551}" type="pres">
      <dgm:prSet presAssocID="{5741BFA9-D6C4-4442-AC46-A2A3F57FE48D}" presName="parTx" presStyleLbl="revTx" presStyleIdx="1" presStyleCnt="5">
        <dgm:presLayoutVars>
          <dgm:chMax val="0"/>
          <dgm:chPref val="0"/>
        </dgm:presLayoutVars>
      </dgm:prSet>
      <dgm:spPr/>
    </dgm:pt>
    <dgm:pt modelId="{556D4074-4F5E-47D4-BAE5-C8D1CA821465}" type="pres">
      <dgm:prSet presAssocID="{BEA4E928-AFF8-4E3A-82DB-AF7D1FCE773A}" presName="sibTrans" presStyleCnt="0"/>
      <dgm:spPr/>
    </dgm:pt>
    <dgm:pt modelId="{9CEC5D87-9360-4BB1-8A42-8202FA0216C9}" type="pres">
      <dgm:prSet presAssocID="{94440F9D-1D81-4862-9BFA-08F925B63349}" presName="compNode" presStyleCnt="0"/>
      <dgm:spPr/>
    </dgm:pt>
    <dgm:pt modelId="{1AF4F83D-887C-4AC3-BBE6-5174D89590D2}" type="pres">
      <dgm:prSet presAssocID="{94440F9D-1D81-4862-9BFA-08F925B63349}" presName="bgRect" presStyleLbl="bgShp" presStyleIdx="2" presStyleCnt="5"/>
      <dgm:spPr/>
    </dgm:pt>
    <dgm:pt modelId="{09968223-97DE-4983-B585-BC8C1A04FF32}" type="pres">
      <dgm:prSet presAssocID="{94440F9D-1D81-4862-9BFA-08F925B6334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02BAB13B-4EF2-4A1D-8BEA-AC435A4A4057}" type="pres">
      <dgm:prSet presAssocID="{94440F9D-1D81-4862-9BFA-08F925B63349}" presName="spaceRect" presStyleCnt="0"/>
      <dgm:spPr/>
    </dgm:pt>
    <dgm:pt modelId="{CFC26E7D-F30A-43C9-BCE0-A0438F110698}" type="pres">
      <dgm:prSet presAssocID="{94440F9D-1D81-4862-9BFA-08F925B63349}" presName="parTx" presStyleLbl="revTx" presStyleIdx="2" presStyleCnt="5">
        <dgm:presLayoutVars>
          <dgm:chMax val="0"/>
          <dgm:chPref val="0"/>
        </dgm:presLayoutVars>
      </dgm:prSet>
      <dgm:spPr/>
    </dgm:pt>
    <dgm:pt modelId="{9A349A40-DF14-4CE3-BB34-375ECEDFB11F}" type="pres">
      <dgm:prSet presAssocID="{0038B0B6-9D93-4416-9F95-BA76ECEF0746}" presName="sibTrans" presStyleCnt="0"/>
      <dgm:spPr/>
    </dgm:pt>
    <dgm:pt modelId="{E6BD4500-37DD-43D5-B0C9-31EEC02796AC}" type="pres">
      <dgm:prSet presAssocID="{1125262E-EA94-435B-9572-6C6186667843}" presName="compNode" presStyleCnt="0"/>
      <dgm:spPr/>
    </dgm:pt>
    <dgm:pt modelId="{3D55B328-4AB5-4EE2-85AD-F4F9B4A24E96}" type="pres">
      <dgm:prSet presAssocID="{1125262E-EA94-435B-9572-6C6186667843}" presName="bgRect" presStyleLbl="bgShp" presStyleIdx="3" presStyleCnt="5"/>
      <dgm:spPr/>
    </dgm:pt>
    <dgm:pt modelId="{D5992E2D-06A8-44AF-8199-03F27CC0BD58}" type="pres">
      <dgm:prSet presAssocID="{1125262E-EA94-435B-9572-6C618666784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3094CDE-6D90-419A-8390-258DFA9800CE}" type="pres">
      <dgm:prSet presAssocID="{1125262E-EA94-435B-9572-6C6186667843}" presName="spaceRect" presStyleCnt="0"/>
      <dgm:spPr/>
    </dgm:pt>
    <dgm:pt modelId="{8DFF30E0-0208-4BDC-AB17-9F8081A6DDE9}" type="pres">
      <dgm:prSet presAssocID="{1125262E-EA94-435B-9572-6C6186667843}" presName="parTx" presStyleLbl="revTx" presStyleIdx="3" presStyleCnt="5">
        <dgm:presLayoutVars>
          <dgm:chMax val="0"/>
          <dgm:chPref val="0"/>
        </dgm:presLayoutVars>
      </dgm:prSet>
      <dgm:spPr/>
    </dgm:pt>
    <dgm:pt modelId="{49E5B439-DCA9-4972-ACFF-0FAADD16F016}" type="pres">
      <dgm:prSet presAssocID="{5A442044-1DA0-4AB5-B4A5-F30D03FDA979}" presName="sibTrans" presStyleCnt="0"/>
      <dgm:spPr/>
    </dgm:pt>
    <dgm:pt modelId="{415D04AF-BFF7-44C5-8E58-BC74DA918F25}" type="pres">
      <dgm:prSet presAssocID="{CBEA5933-CB61-4A54-905B-4D2A87361078}" presName="compNode" presStyleCnt="0"/>
      <dgm:spPr/>
    </dgm:pt>
    <dgm:pt modelId="{041D31B4-CC47-44D1-9E94-AEDB3FC64A05}" type="pres">
      <dgm:prSet presAssocID="{CBEA5933-CB61-4A54-905B-4D2A87361078}" presName="bgRect" presStyleLbl="bgShp" presStyleIdx="4" presStyleCnt="5"/>
      <dgm:spPr/>
    </dgm:pt>
    <dgm:pt modelId="{006167D4-05BA-4D34-B101-7E3DF9AFA948}" type="pres">
      <dgm:prSet presAssocID="{CBEA5933-CB61-4A54-905B-4D2A8736107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65357D7F-D28D-4C16-A441-CE725D35ACCD}" type="pres">
      <dgm:prSet presAssocID="{CBEA5933-CB61-4A54-905B-4D2A87361078}" presName="spaceRect" presStyleCnt="0"/>
      <dgm:spPr/>
    </dgm:pt>
    <dgm:pt modelId="{55F287DB-F221-4F6D-8ED2-6C6AD47F5521}" type="pres">
      <dgm:prSet presAssocID="{CBEA5933-CB61-4A54-905B-4D2A8736107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D274514-39B0-42B7-9EC8-EF4FD3E40DFF}" type="presOf" srcId="{BE623CB9-F2F8-416B-9190-BD269883F0F2}" destId="{B0A61ED7-D6E3-42C9-B7F1-11D178BA8AE0}" srcOrd="0" destOrd="0" presId="urn:microsoft.com/office/officeart/2018/2/layout/IconVerticalSolidList"/>
    <dgm:cxn modelId="{74EAFA2C-95A5-4B1F-82C6-B365BD15524A}" type="presOf" srcId="{5741BFA9-D6C4-4442-AC46-A2A3F57FE48D}" destId="{1D285839-4117-4222-A6E0-AAE37BA9F551}" srcOrd="0" destOrd="0" presId="urn:microsoft.com/office/officeart/2018/2/layout/IconVerticalSolidList"/>
    <dgm:cxn modelId="{3EEA236B-66C5-4143-B3C2-0EF9954399A5}" srcId="{BE623CB9-F2F8-416B-9190-BD269883F0F2}" destId="{620C52E1-B339-45DE-BF42-4779B624638E}" srcOrd="0" destOrd="0" parTransId="{28D7E5F0-0559-40F9-8452-51145749C87B}" sibTransId="{8C174772-8F20-403B-835F-0935BCD06513}"/>
    <dgm:cxn modelId="{5051D14F-D4ED-4DD6-A05C-BA27C33902DC}" srcId="{BE623CB9-F2F8-416B-9190-BD269883F0F2}" destId="{94440F9D-1D81-4862-9BFA-08F925B63349}" srcOrd="2" destOrd="0" parTransId="{761D8D88-43EA-410B-9D46-3DE35035F628}" sibTransId="{0038B0B6-9D93-4416-9F95-BA76ECEF0746}"/>
    <dgm:cxn modelId="{75C28675-9F53-4A3A-B301-57DEC1C23808}" type="presOf" srcId="{620C52E1-B339-45DE-BF42-4779B624638E}" destId="{C4500382-4895-4737-9E71-AB7799159E46}" srcOrd="0" destOrd="0" presId="urn:microsoft.com/office/officeart/2018/2/layout/IconVerticalSolidList"/>
    <dgm:cxn modelId="{503E3793-C8D7-4513-8C78-7B89556ED6CD}" type="presOf" srcId="{94440F9D-1D81-4862-9BFA-08F925B63349}" destId="{CFC26E7D-F30A-43C9-BCE0-A0438F110698}" srcOrd="0" destOrd="0" presId="urn:microsoft.com/office/officeart/2018/2/layout/IconVerticalSolidList"/>
    <dgm:cxn modelId="{665A0994-70A0-44A6-850C-A8B162980192}" srcId="{BE623CB9-F2F8-416B-9190-BD269883F0F2}" destId="{1125262E-EA94-435B-9572-6C6186667843}" srcOrd="3" destOrd="0" parTransId="{CE669274-41F8-41F1-BBAF-84424B1C134C}" sibTransId="{5A442044-1DA0-4AB5-B4A5-F30D03FDA979}"/>
    <dgm:cxn modelId="{4CA436B9-5F3C-4D41-8F1A-515EA99AA9BF}" type="presOf" srcId="{1125262E-EA94-435B-9572-6C6186667843}" destId="{8DFF30E0-0208-4BDC-AB17-9F8081A6DDE9}" srcOrd="0" destOrd="0" presId="urn:microsoft.com/office/officeart/2018/2/layout/IconVerticalSolidList"/>
    <dgm:cxn modelId="{43987BC0-E2FD-4EEA-A221-9CD3629A71A4}" srcId="{BE623CB9-F2F8-416B-9190-BD269883F0F2}" destId="{5741BFA9-D6C4-4442-AC46-A2A3F57FE48D}" srcOrd="1" destOrd="0" parTransId="{6291D4DA-2BE1-4A3E-85A3-4D80734A62F3}" sibTransId="{BEA4E928-AFF8-4E3A-82DB-AF7D1FCE773A}"/>
    <dgm:cxn modelId="{019391DA-C655-48E6-AC44-6CC6911C3A2D}" srcId="{BE623CB9-F2F8-416B-9190-BD269883F0F2}" destId="{CBEA5933-CB61-4A54-905B-4D2A87361078}" srcOrd="4" destOrd="0" parTransId="{D4B16AA9-374E-4882-A33B-64506BAD0261}" sibTransId="{3B15AA98-1158-4812-983C-4D9B5344B4FE}"/>
    <dgm:cxn modelId="{06F9EDE1-AE64-4A41-85C8-06B32532E146}" type="presOf" srcId="{CBEA5933-CB61-4A54-905B-4D2A87361078}" destId="{55F287DB-F221-4F6D-8ED2-6C6AD47F5521}" srcOrd="0" destOrd="0" presId="urn:microsoft.com/office/officeart/2018/2/layout/IconVerticalSolidList"/>
    <dgm:cxn modelId="{63315B88-0126-43DF-BABC-554F1D610947}" type="presParOf" srcId="{B0A61ED7-D6E3-42C9-B7F1-11D178BA8AE0}" destId="{03520FE4-E3BC-4D59-AA52-19763375A07D}" srcOrd="0" destOrd="0" presId="urn:microsoft.com/office/officeart/2018/2/layout/IconVerticalSolidList"/>
    <dgm:cxn modelId="{936CF517-9A1F-4189-8E93-1E1C1EF1E9F7}" type="presParOf" srcId="{03520FE4-E3BC-4D59-AA52-19763375A07D}" destId="{29A55534-6586-4C4A-95D1-46412A0DE462}" srcOrd="0" destOrd="0" presId="urn:microsoft.com/office/officeart/2018/2/layout/IconVerticalSolidList"/>
    <dgm:cxn modelId="{8D0E9B79-98DC-4AA6-867F-FF62B3288D9D}" type="presParOf" srcId="{03520FE4-E3BC-4D59-AA52-19763375A07D}" destId="{874A66A9-3FF6-4E24-8291-EE9C351678E4}" srcOrd="1" destOrd="0" presId="urn:microsoft.com/office/officeart/2018/2/layout/IconVerticalSolidList"/>
    <dgm:cxn modelId="{762F438B-47B2-43F0-92C6-6A3EAA88FA57}" type="presParOf" srcId="{03520FE4-E3BC-4D59-AA52-19763375A07D}" destId="{99FA5152-F71A-4DFC-B604-A85ED9F534BD}" srcOrd="2" destOrd="0" presId="urn:microsoft.com/office/officeart/2018/2/layout/IconVerticalSolidList"/>
    <dgm:cxn modelId="{8DAAC9C9-69AC-4098-939A-4369E4F9CC95}" type="presParOf" srcId="{03520FE4-E3BC-4D59-AA52-19763375A07D}" destId="{C4500382-4895-4737-9E71-AB7799159E46}" srcOrd="3" destOrd="0" presId="urn:microsoft.com/office/officeart/2018/2/layout/IconVerticalSolidList"/>
    <dgm:cxn modelId="{C13C43FF-C4B6-412E-BFEB-F418C497CE1A}" type="presParOf" srcId="{B0A61ED7-D6E3-42C9-B7F1-11D178BA8AE0}" destId="{A8000701-45CF-4677-951A-432CFE908824}" srcOrd="1" destOrd="0" presId="urn:microsoft.com/office/officeart/2018/2/layout/IconVerticalSolidList"/>
    <dgm:cxn modelId="{DDFAF6B3-7900-443C-86AB-798C4179B8C1}" type="presParOf" srcId="{B0A61ED7-D6E3-42C9-B7F1-11D178BA8AE0}" destId="{D664B4C4-2C03-417D-A5D9-8460375CFE3C}" srcOrd="2" destOrd="0" presId="urn:microsoft.com/office/officeart/2018/2/layout/IconVerticalSolidList"/>
    <dgm:cxn modelId="{C86FC8B4-C642-4959-A836-6B881AFF93F2}" type="presParOf" srcId="{D664B4C4-2C03-417D-A5D9-8460375CFE3C}" destId="{32E891A5-57B9-444E-A180-97727DDC4F22}" srcOrd="0" destOrd="0" presId="urn:microsoft.com/office/officeart/2018/2/layout/IconVerticalSolidList"/>
    <dgm:cxn modelId="{1D9DBC09-FEE3-49A4-995D-96DD12EE0BB2}" type="presParOf" srcId="{D664B4C4-2C03-417D-A5D9-8460375CFE3C}" destId="{B3995469-3AA2-4488-A61E-FC7F518FBC3E}" srcOrd="1" destOrd="0" presId="urn:microsoft.com/office/officeart/2018/2/layout/IconVerticalSolidList"/>
    <dgm:cxn modelId="{7F0D1F82-E0AE-49C0-B264-F1C52EDBC7E5}" type="presParOf" srcId="{D664B4C4-2C03-417D-A5D9-8460375CFE3C}" destId="{40A2074F-8393-46BD-A936-CD9A5D0EA27E}" srcOrd="2" destOrd="0" presId="urn:microsoft.com/office/officeart/2018/2/layout/IconVerticalSolidList"/>
    <dgm:cxn modelId="{C7CCB579-6E59-4347-AFE2-79E0721C14F5}" type="presParOf" srcId="{D664B4C4-2C03-417D-A5D9-8460375CFE3C}" destId="{1D285839-4117-4222-A6E0-AAE37BA9F551}" srcOrd="3" destOrd="0" presId="urn:microsoft.com/office/officeart/2018/2/layout/IconVerticalSolidList"/>
    <dgm:cxn modelId="{5F344F52-EB2E-40DE-90D1-3E78591152B3}" type="presParOf" srcId="{B0A61ED7-D6E3-42C9-B7F1-11D178BA8AE0}" destId="{556D4074-4F5E-47D4-BAE5-C8D1CA821465}" srcOrd="3" destOrd="0" presId="urn:microsoft.com/office/officeart/2018/2/layout/IconVerticalSolidList"/>
    <dgm:cxn modelId="{F79D2A8D-64FF-4AA5-86CB-3CEA56E6A8F9}" type="presParOf" srcId="{B0A61ED7-D6E3-42C9-B7F1-11D178BA8AE0}" destId="{9CEC5D87-9360-4BB1-8A42-8202FA0216C9}" srcOrd="4" destOrd="0" presId="urn:microsoft.com/office/officeart/2018/2/layout/IconVerticalSolidList"/>
    <dgm:cxn modelId="{6FC872A6-38CA-45F2-B230-FD79F37535D1}" type="presParOf" srcId="{9CEC5D87-9360-4BB1-8A42-8202FA0216C9}" destId="{1AF4F83D-887C-4AC3-BBE6-5174D89590D2}" srcOrd="0" destOrd="0" presId="urn:microsoft.com/office/officeart/2018/2/layout/IconVerticalSolidList"/>
    <dgm:cxn modelId="{7ABEA0D9-1C5A-42F8-B5A8-5B10F167059B}" type="presParOf" srcId="{9CEC5D87-9360-4BB1-8A42-8202FA0216C9}" destId="{09968223-97DE-4983-B585-BC8C1A04FF32}" srcOrd="1" destOrd="0" presId="urn:microsoft.com/office/officeart/2018/2/layout/IconVerticalSolidList"/>
    <dgm:cxn modelId="{5C57F5DF-F751-497D-A2AE-240C64E08A50}" type="presParOf" srcId="{9CEC5D87-9360-4BB1-8A42-8202FA0216C9}" destId="{02BAB13B-4EF2-4A1D-8BEA-AC435A4A4057}" srcOrd="2" destOrd="0" presId="urn:microsoft.com/office/officeart/2018/2/layout/IconVerticalSolidList"/>
    <dgm:cxn modelId="{F9CF6841-3B64-4F71-BB0B-FA22F364C99F}" type="presParOf" srcId="{9CEC5D87-9360-4BB1-8A42-8202FA0216C9}" destId="{CFC26E7D-F30A-43C9-BCE0-A0438F110698}" srcOrd="3" destOrd="0" presId="urn:microsoft.com/office/officeart/2018/2/layout/IconVerticalSolidList"/>
    <dgm:cxn modelId="{4AE6410B-4BBB-454E-9D04-6E34BCEE3467}" type="presParOf" srcId="{B0A61ED7-D6E3-42C9-B7F1-11D178BA8AE0}" destId="{9A349A40-DF14-4CE3-BB34-375ECEDFB11F}" srcOrd="5" destOrd="0" presId="urn:microsoft.com/office/officeart/2018/2/layout/IconVerticalSolidList"/>
    <dgm:cxn modelId="{B7D68579-0B54-4A2A-AAC1-F5D20239A882}" type="presParOf" srcId="{B0A61ED7-D6E3-42C9-B7F1-11D178BA8AE0}" destId="{E6BD4500-37DD-43D5-B0C9-31EEC02796AC}" srcOrd="6" destOrd="0" presId="urn:microsoft.com/office/officeart/2018/2/layout/IconVerticalSolidList"/>
    <dgm:cxn modelId="{06ADCFDF-F714-4CC8-94A9-C3740D039040}" type="presParOf" srcId="{E6BD4500-37DD-43D5-B0C9-31EEC02796AC}" destId="{3D55B328-4AB5-4EE2-85AD-F4F9B4A24E96}" srcOrd="0" destOrd="0" presId="urn:microsoft.com/office/officeart/2018/2/layout/IconVerticalSolidList"/>
    <dgm:cxn modelId="{99DB7AAC-1C86-47CA-9A3C-FD819C227431}" type="presParOf" srcId="{E6BD4500-37DD-43D5-B0C9-31EEC02796AC}" destId="{D5992E2D-06A8-44AF-8199-03F27CC0BD58}" srcOrd="1" destOrd="0" presId="urn:microsoft.com/office/officeart/2018/2/layout/IconVerticalSolidList"/>
    <dgm:cxn modelId="{D631F9A3-8C86-4D38-BCBB-7ACE548D7CA2}" type="presParOf" srcId="{E6BD4500-37DD-43D5-B0C9-31EEC02796AC}" destId="{03094CDE-6D90-419A-8390-258DFA9800CE}" srcOrd="2" destOrd="0" presId="urn:microsoft.com/office/officeart/2018/2/layout/IconVerticalSolidList"/>
    <dgm:cxn modelId="{EE241423-AB6C-46C0-9C01-1F7A0385D2BB}" type="presParOf" srcId="{E6BD4500-37DD-43D5-B0C9-31EEC02796AC}" destId="{8DFF30E0-0208-4BDC-AB17-9F8081A6DDE9}" srcOrd="3" destOrd="0" presId="urn:microsoft.com/office/officeart/2018/2/layout/IconVerticalSolidList"/>
    <dgm:cxn modelId="{648A201A-1669-47AC-A831-23ACB0AE6035}" type="presParOf" srcId="{B0A61ED7-D6E3-42C9-B7F1-11D178BA8AE0}" destId="{49E5B439-DCA9-4972-ACFF-0FAADD16F016}" srcOrd="7" destOrd="0" presId="urn:microsoft.com/office/officeart/2018/2/layout/IconVerticalSolidList"/>
    <dgm:cxn modelId="{31339900-E240-4257-918F-FC5F45834F44}" type="presParOf" srcId="{B0A61ED7-D6E3-42C9-B7F1-11D178BA8AE0}" destId="{415D04AF-BFF7-44C5-8E58-BC74DA918F25}" srcOrd="8" destOrd="0" presId="urn:microsoft.com/office/officeart/2018/2/layout/IconVerticalSolidList"/>
    <dgm:cxn modelId="{1487D6A3-9B2D-424C-82EA-F8553CC5EC3B}" type="presParOf" srcId="{415D04AF-BFF7-44C5-8E58-BC74DA918F25}" destId="{041D31B4-CC47-44D1-9E94-AEDB3FC64A05}" srcOrd="0" destOrd="0" presId="urn:microsoft.com/office/officeart/2018/2/layout/IconVerticalSolidList"/>
    <dgm:cxn modelId="{409F5BAA-578B-4074-85DD-E9A37A2607F9}" type="presParOf" srcId="{415D04AF-BFF7-44C5-8E58-BC74DA918F25}" destId="{006167D4-05BA-4D34-B101-7E3DF9AFA948}" srcOrd="1" destOrd="0" presId="urn:microsoft.com/office/officeart/2018/2/layout/IconVerticalSolidList"/>
    <dgm:cxn modelId="{2CBC219A-9047-435B-85C0-00F1CD21C116}" type="presParOf" srcId="{415D04AF-BFF7-44C5-8E58-BC74DA918F25}" destId="{65357D7F-D28D-4C16-A441-CE725D35ACCD}" srcOrd="2" destOrd="0" presId="urn:microsoft.com/office/officeart/2018/2/layout/IconVerticalSolidList"/>
    <dgm:cxn modelId="{4F6CDE9B-6870-4E8F-8204-7EE34F30D771}" type="presParOf" srcId="{415D04AF-BFF7-44C5-8E58-BC74DA918F25}" destId="{55F287DB-F221-4F6D-8ED2-6C6AD47F55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FC34520-394F-48B6-AF4B-E7E942D18FB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814FBC-FF14-45E2-A9F5-305F28433F1B}">
      <dgm:prSet/>
      <dgm:spPr/>
      <dgm:t>
        <a:bodyPr/>
        <a:lstStyle/>
        <a:p>
          <a:r>
            <a:rPr lang="en-US"/>
            <a:t>Net Profit: The total profit or loss from the strategy after all trades.</a:t>
          </a:r>
        </a:p>
      </dgm:t>
    </dgm:pt>
    <dgm:pt modelId="{C33C25C5-E912-4CC4-BBCA-FC44B42D5538}" type="parTrans" cxnId="{2C640D54-8C88-4F78-A011-740C2573786F}">
      <dgm:prSet/>
      <dgm:spPr/>
      <dgm:t>
        <a:bodyPr/>
        <a:lstStyle/>
        <a:p>
          <a:endParaRPr lang="en-US"/>
        </a:p>
      </dgm:t>
    </dgm:pt>
    <dgm:pt modelId="{A0649449-3780-42E0-BE1A-11F1DCC5C6C2}" type="sibTrans" cxnId="{2C640D54-8C88-4F78-A011-740C2573786F}">
      <dgm:prSet/>
      <dgm:spPr/>
      <dgm:t>
        <a:bodyPr/>
        <a:lstStyle/>
        <a:p>
          <a:endParaRPr lang="en-US"/>
        </a:p>
      </dgm:t>
    </dgm:pt>
    <dgm:pt modelId="{3AD455FA-AB92-481A-94E9-EE32D980389E}">
      <dgm:prSet/>
      <dgm:spPr/>
      <dgm:t>
        <a:bodyPr/>
        <a:lstStyle/>
        <a:p>
          <a:r>
            <a:rPr lang="en-US"/>
            <a:t>Drawdown: The maximum observed loss from a peak to a trough.</a:t>
          </a:r>
        </a:p>
      </dgm:t>
    </dgm:pt>
    <dgm:pt modelId="{5660D107-0432-4C50-945C-7F1DD1743413}" type="parTrans" cxnId="{655BC0AE-2184-4F79-9133-DDEB484CFC47}">
      <dgm:prSet/>
      <dgm:spPr/>
      <dgm:t>
        <a:bodyPr/>
        <a:lstStyle/>
        <a:p>
          <a:endParaRPr lang="en-US"/>
        </a:p>
      </dgm:t>
    </dgm:pt>
    <dgm:pt modelId="{AC3D618C-0BC1-43B3-BF01-ECB63E3FEA8B}" type="sibTrans" cxnId="{655BC0AE-2184-4F79-9133-DDEB484CFC47}">
      <dgm:prSet/>
      <dgm:spPr/>
      <dgm:t>
        <a:bodyPr/>
        <a:lstStyle/>
        <a:p>
          <a:endParaRPr lang="en-US"/>
        </a:p>
      </dgm:t>
    </dgm:pt>
    <dgm:pt modelId="{0D95B945-9C11-4E78-BFAD-DAFDF9B5BB09}" type="pres">
      <dgm:prSet presAssocID="{8FC34520-394F-48B6-AF4B-E7E942D18FB5}" presName="root" presStyleCnt="0">
        <dgm:presLayoutVars>
          <dgm:dir/>
          <dgm:resizeHandles val="exact"/>
        </dgm:presLayoutVars>
      </dgm:prSet>
      <dgm:spPr/>
    </dgm:pt>
    <dgm:pt modelId="{4B52BCBA-398A-4734-B758-9579E8DC5618}" type="pres">
      <dgm:prSet presAssocID="{A7814FBC-FF14-45E2-A9F5-305F28433F1B}" presName="compNode" presStyleCnt="0"/>
      <dgm:spPr/>
    </dgm:pt>
    <dgm:pt modelId="{B998DAA4-2CC9-40C6-ADAA-7D36E8CD003F}" type="pres">
      <dgm:prSet presAssocID="{A7814FBC-FF14-45E2-A9F5-305F28433F1B}" presName="bgRect" presStyleLbl="bgShp" presStyleIdx="0" presStyleCnt="2"/>
      <dgm:spPr/>
    </dgm:pt>
    <dgm:pt modelId="{59E52299-2D1B-49C9-BF41-D2BE086FD198}" type="pres">
      <dgm:prSet presAssocID="{A7814FBC-FF14-45E2-A9F5-305F28433F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639D492-9270-4573-A4C4-2D362B0C2895}" type="pres">
      <dgm:prSet presAssocID="{A7814FBC-FF14-45E2-A9F5-305F28433F1B}" presName="spaceRect" presStyleCnt="0"/>
      <dgm:spPr/>
    </dgm:pt>
    <dgm:pt modelId="{00652F47-4F42-4B58-9EF2-FAB30E663F92}" type="pres">
      <dgm:prSet presAssocID="{A7814FBC-FF14-45E2-A9F5-305F28433F1B}" presName="parTx" presStyleLbl="revTx" presStyleIdx="0" presStyleCnt="2">
        <dgm:presLayoutVars>
          <dgm:chMax val="0"/>
          <dgm:chPref val="0"/>
        </dgm:presLayoutVars>
      </dgm:prSet>
      <dgm:spPr/>
    </dgm:pt>
    <dgm:pt modelId="{D7AA3E45-E8D4-4FF0-9018-9FCA7668AE68}" type="pres">
      <dgm:prSet presAssocID="{A0649449-3780-42E0-BE1A-11F1DCC5C6C2}" presName="sibTrans" presStyleCnt="0"/>
      <dgm:spPr/>
    </dgm:pt>
    <dgm:pt modelId="{17552DEA-5FAF-47EE-8928-CCD9B32AA85E}" type="pres">
      <dgm:prSet presAssocID="{3AD455FA-AB92-481A-94E9-EE32D980389E}" presName="compNode" presStyleCnt="0"/>
      <dgm:spPr/>
    </dgm:pt>
    <dgm:pt modelId="{0449A4C7-89A0-4F42-8C82-ED4F5964BB3D}" type="pres">
      <dgm:prSet presAssocID="{3AD455FA-AB92-481A-94E9-EE32D980389E}" presName="bgRect" presStyleLbl="bgShp" presStyleIdx="1" presStyleCnt="2"/>
      <dgm:spPr/>
    </dgm:pt>
    <dgm:pt modelId="{CBF6DE63-75E3-4E90-BDAC-0F96BC404FB8}" type="pres">
      <dgm:prSet presAssocID="{3AD455FA-AB92-481A-94E9-EE32D980389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50AC27EE-7B06-4194-A9C5-EF55DEB0C1FC}" type="pres">
      <dgm:prSet presAssocID="{3AD455FA-AB92-481A-94E9-EE32D980389E}" presName="spaceRect" presStyleCnt="0"/>
      <dgm:spPr/>
    </dgm:pt>
    <dgm:pt modelId="{59419F31-AC15-4A78-8A17-0D69F11D8316}" type="pres">
      <dgm:prSet presAssocID="{3AD455FA-AB92-481A-94E9-EE32D980389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F47B332-4842-40EE-8069-C8F11139F201}" type="presOf" srcId="{8FC34520-394F-48B6-AF4B-E7E942D18FB5}" destId="{0D95B945-9C11-4E78-BFAD-DAFDF9B5BB09}" srcOrd="0" destOrd="0" presId="urn:microsoft.com/office/officeart/2018/2/layout/IconVerticalSolidList"/>
    <dgm:cxn modelId="{B6D6D571-7DA9-48AC-A8BE-90FC58410872}" type="presOf" srcId="{A7814FBC-FF14-45E2-A9F5-305F28433F1B}" destId="{00652F47-4F42-4B58-9EF2-FAB30E663F92}" srcOrd="0" destOrd="0" presId="urn:microsoft.com/office/officeart/2018/2/layout/IconVerticalSolidList"/>
    <dgm:cxn modelId="{2C640D54-8C88-4F78-A011-740C2573786F}" srcId="{8FC34520-394F-48B6-AF4B-E7E942D18FB5}" destId="{A7814FBC-FF14-45E2-A9F5-305F28433F1B}" srcOrd="0" destOrd="0" parTransId="{C33C25C5-E912-4CC4-BBCA-FC44B42D5538}" sibTransId="{A0649449-3780-42E0-BE1A-11F1DCC5C6C2}"/>
    <dgm:cxn modelId="{5BFF1A55-02CC-4B37-B0BA-6838AF926B55}" type="presOf" srcId="{3AD455FA-AB92-481A-94E9-EE32D980389E}" destId="{59419F31-AC15-4A78-8A17-0D69F11D8316}" srcOrd="0" destOrd="0" presId="urn:microsoft.com/office/officeart/2018/2/layout/IconVerticalSolidList"/>
    <dgm:cxn modelId="{655BC0AE-2184-4F79-9133-DDEB484CFC47}" srcId="{8FC34520-394F-48B6-AF4B-E7E942D18FB5}" destId="{3AD455FA-AB92-481A-94E9-EE32D980389E}" srcOrd="1" destOrd="0" parTransId="{5660D107-0432-4C50-945C-7F1DD1743413}" sibTransId="{AC3D618C-0BC1-43B3-BF01-ECB63E3FEA8B}"/>
    <dgm:cxn modelId="{F046DA17-F5EE-4EDE-B05B-D308E5AE1B8E}" type="presParOf" srcId="{0D95B945-9C11-4E78-BFAD-DAFDF9B5BB09}" destId="{4B52BCBA-398A-4734-B758-9579E8DC5618}" srcOrd="0" destOrd="0" presId="urn:microsoft.com/office/officeart/2018/2/layout/IconVerticalSolidList"/>
    <dgm:cxn modelId="{E501F597-7336-4425-B50C-1A52F5C9C37E}" type="presParOf" srcId="{4B52BCBA-398A-4734-B758-9579E8DC5618}" destId="{B998DAA4-2CC9-40C6-ADAA-7D36E8CD003F}" srcOrd="0" destOrd="0" presId="urn:microsoft.com/office/officeart/2018/2/layout/IconVerticalSolidList"/>
    <dgm:cxn modelId="{060ED774-F4B2-4615-B04D-EAC60BBEA858}" type="presParOf" srcId="{4B52BCBA-398A-4734-B758-9579E8DC5618}" destId="{59E52299-2D1B-49C9-BF41-D2BE086FD198}" srcOrd="1" destOrd="0" presId="urn:microsoft.com/office/officeart/2018/2/layout/IconVerticalSolidList"/>
    <dgm:cxn modelId="{5407087F-68DB-4B5D-A021-B4B4629FC51A}" type="presParOf" srcId="{4B52BCBA-398A-4734-B758-9579E8DC5618}" destId="{0639D492-9270-4573-A4C4-2D362B0C2895}" srcOrd="2" destOrd="0" presId="urn:microsoft.com/office/officeart/2018/2/layout/IconVerticalSolidList"/>
    <dgm:cxn modelId="{AACB2034-6EB2-4C20-9633-50B4243CC7D9}" type="presParOf" srcId="{4B52BCBA-398A-4734-B758-9579E8DC5618}" destId="{00652F47-4F42-4B58-9EF2-FAB30E663F92}" srcOrd="3" destOrd="0" presId="urn:microsoft.com/office/officeart/2018/2/layout/IconVerticalSolidList"/>
    <dgm:cxn modelId="{09B64F9B-3568-4DA0-B1B5-264887320C14}" type="presParOf" srcId="{0D95B945-9C11-4E78-BFAD-DAFDF9B5BB09}" destId="{D7AA3E45-E8D4-4FF0-9018-9FCA7668AE68}" srcOrd="1" destOrd="0" presId="urn:microsoft.com/office/officeart/2018/2/layout/IconVerticalSolidList"/>
    <dgm:cxn modelId="{3832100F-DF1E-4655-990D-7B4DC9F844D0}" type="presParOf" srcId="{0D95B945-9C11-4E78-BFAD-DAFDF9B5BB09}" destId="{17552DEA-5FAF-47EE-8928-CCD9B32AA85E}" srcOrd="2" destOrd="0" presId="urn:microsoft.com/office/officeart/2018/2/layout/IconVerticalSolidList"/>
    <dgm:cxn modelId="{4BBC213B-C843-4356-8DFA-F2178E3EFF65}" type="presParOf" srcId="{17552DEA-5FAF-47EE-8928-CCD9B32AA85E}" destId="{0449A4C7-89A0-4F42-8C82-ED4F5964BB3D}" srcOrd="0" destOrd="0" presId="urn:microsoft.com/office/officeart/2018/2/layout/IconVerticalSolidList"/>
    <dgm:cxn modelId="{0999794F-56C7-4EC1-9C10-EBF46A5450DE}" type="presParOf" srcId="{17552DEA-5FAF-47EE-8928-CCD9B32AA85E}" destId="{CBF6DE63-75E3-4E90-BDAC-0F96BC404FB8}" srcOrd="1" destOrd="0" presId="urn:microsoft.com/office/officeart/2018/2/layout/IconVerticalSolidList"/>
    <dgm:cxn modelId="{3B98B5F2-3F28-4CAD-9D7D-09595FF301E6}" type="presParOf" srcId="{17552DEA-5FAF-47EE-8928-CCD9B32AA85E}" destId="{50AC27EE-7B06-4194-A9C5-EF55DEB0C1FC}" srcOrd="2" destOrd="0" presId="urn:microsoft.com/office/officeart/2018/2/layout/IconVerticalSolidList"/>
    <dgm:cxn modelId="{0AAF926B-BDE4-4B22-85C0-FC8EAB0B9B2C}" type="presParOf" srcId="{17552DEA-5FAF-47EE-8928-CCD9B32AA85E}" destId="{59419F31-AC15-4A78-8A17-0D69F11D83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5C468F68-6ECF-4B45-99B3-2DA640D69B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F5E5DA-CEA2-42C7-8339-6DD992A6F9D1}">
      <dgm:prSet/>
      <dgm:spPr/>
      <dgm:t>
        <a:bodyPr/>
        <a:lstStyle/>
        <a:p>
          <a:r>
            <a:rPr lang="en-US"/>
            <a:t>Win/Loss Ratio: The ratio of profitable trades to losing trades.</a:t>
          </a:r>
        </a:p>
      </dgm:t>
    </dgm:pt>
    <dgm:pt modelId="{5605B9E6-B819-476D-8E53-E8622E4E2BD1}" type="parTrans" cxnId="{98DA60FA-8395-41F7-BAB4-D785B4977E5C}">
      <dgm:prSet/>
      <dgm:spPr/>
      <dgm:t>
        <a:bodyPr/>
        <a:lstStyle/>
        <a:p>
          <a:endParaRPr lang="en-US"/>
        </a:p>
      </dgm:t>
    </dgm:pt>
    <dgm:pt modelId="{0A7CA645-0290-47B5-A5BC-FE55B9D34CAC}" type="sibTrans" cxnId="{98DA60FA-8395-41F7-BAB4-D785B4977E5C}">
      <dgm:prSet/>
      <dgm:spPr/>
      <dgm:t>
        <a:bodyPr/>
        <a:lstStyle/>
        <a:p>
          <a:endParaRPr lang="en-US"/>
        </a:p>
      </dgm:t>
    </dgm:pt>
    <dgm:pt modelId="{6543F8F8-286D-4B39-AB6B-D4B97655A088}">
      <dgm:prSet/>
      <dgm:spPr/>
      <dgm:t>
        <a:bodyPr/>
        <a:lstStyle/>
        <a:p>
          <a:r>
            <a:rPr lang="en-US"/>
            <a:t>A higher ratio indicates a more successful strategy.</a:t>
          </a:r>
        </a:p>
      </dgm:t>
    </dgm:pt>
    <dgm:pt modelId="{295CC717-7C70-4C01-9941-AAF14ECF8E50}" type="parTrans" cxnId="{9425293F-1128-4477-A4A2-B6A75D3B54BF}">
      <dgm:prSet/>
      <dgm:spPr/>
      <dgm:t>
        <a:bodyPr/>
        <a:lstStyle/>
        <a:p>
          <a:endParaRPr lang="en-US"/>
        </a:p>
      </dgm:t>
    </dgm:pt>
    <dgm:pt modelId="{5BFC0E28-790C-47B2-9CF1-B85FED3763F3}" type="sibTrans" cxnId="{9425293F-1128-4477-A4A2-B6A75D3B54BF}">
      <dgm:prSet/>
      <dgm:spPr/>
      <dgm:t>
        <a:bodyPr/>
        <a:lstStyle/>
        <a:p>
          <a:endParaRPr lang="en-US"/>
        </a:p>
      </dgm:t>
    </dgm:pt>
    <dgm:pt modelId="{2DEBF2F3-C7B9-45BF-9260-087EB509DA4C}" type="pres">
      <dgm:prSet presAssocID="{5C468F68-6ECF-4B45-99B3-2DA640D69B8D}" presName="root" presStyleCnt="0">
        <dgm:presLayoutVars>
          <dgm:dir/>
          <dgm:resizeHandles val="exact"/>
        </dgm:presLayoutVars>
      </dgm:prSet>
      <dgm:spPr/>
    </dgm:pt>
    <dgm:pt modelId="{74087FD6-2BB7-4A16-A481-00C054255BF7}" type="pres">
      <dgm:prSet presAssocID="{58F5E5DA-CEA2-42C7-8339-6DD992A6F9D1}" presName="compNode" presStyleCnt="0"/>
      <dgm:spPr/>
    </dgm:pt>
    <dgm:pt modelId="{6011B2F4-E29A-4ECA-A778-23E355C583AF}" type="pres">
      <dgm:prSet presAssocID="{58F5E5DA-CEA2-42C7-8339-6DD992A6F9D1}" presName="bgRect" presStyleLbl="bgShp" presStyleIdx="0" presStyleCnt="2"/>
      <dgm:spPr/>
    </dgm:pt>
    <dgm:pt modelId="{48305DFD-24A4-4612-84D5-023F3A3B908A}" type="pres">
      <dgm:prSet presAssocID="{58F5E5DA-CEA2-42C7-8339-6DD992A6F9D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570C40EA-3DA0-41BE-BB4A-E8C8FB857D27}" type="pres">
      <dgm:prSet presAssocID="{58F5E5DA-CEA2-42C7-8339-6DD992A6F9D1}" presName="spaceRect" presStyleCnt="0"/>
      <dgm:spPr/>
    </dgm:pt>
    <dgm:pt modelId="{ED8F3ADA-0EE9-4CAB-A772-7CC604A53F36}" type="pres">
      <dgm:prSet presAssocID="{58F5E5DA-CEA2-42C7-8339-6DD992A6F9D1}" presName="parTx" presStyleLbl="revTx" presStyleIdx="0" presStyleCnt="2">
        <dgm:presLayoutVars>
          <dgm:chMax val="0"/>
          <dgm:chPref val="0"/>
        </dgm:presLayoutVars>
      </dgm:prSet>
      <dgm:spPr/>
    </dgm:pt>
    <dgm:pt modelId="{738E215D-3059-4303-8758-AA820DCB30CA}" type="pres">
      <dgm:prSet presAssocID="{0A7CA645-0290-47B5-A5BC-FE55B9D34CAC}" presName="sibTrans" presStyleCnt="0"/>
      <dgm:spPr/>
    </dgm:pt>
    <dgm:pt modelId="{D0E33CBE-0111-4B0B-8C00-9917E57FA9ED}" type="pres">
      <dgm:prSet presAssocID="{6543F8F8-286D-4B39-AB6B-D4B97655A088}" presName="compNode" presStyleCnt="0"/>
      <dgm:spPr/>
    </dgm:pt>
    <dgm:pt modelId="{91EE044F-E3F2-4F53-91E7-8D846C2932F3}" type="pres">
      <dgm:prSet presAssocID="{6543F8F8-286D-4B39-AB6B-D4B97655A088}" presName="bgRect" presStyleLbl="bgShp" presStyleIdx="1" presStyleCnt="2"/>
      <dgm:spPr/>
    </dgm:pt>
    <dgm:pt modelId="{78138D5C-8D7B-49DC-AE03-E3215F5F9782}" type="pres">
      <dgm:prSet presAssocID="{6543F8F8-286D-4B39-AB6B-D4B97655A0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4FEEEC2-E052-4A50-A241-865D426D3DE3}" type="pres">
      <dgm:prSet presAssocID="{6543F8F8-286D-4B39-AB6B-D4B97655A088}" presName="spaceRect" presStyleCnt="0"/>
      <dgm:spPr/>
    </dgm:pt>
    <dgm:pt modelId="{443AF245-3222-43B1-9257-AA4C10E9B8A7}" type="pres">
      <dgm:prSet presAssocID="{6543F8F8-286D-4B39-AB6B-D4B97655A08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425293F-1128-4477-A4A2-B6A75D3B54BF}" srcId="{5C468F68-6ECF-4B45-99B3-2DA640D69B8D}" destId="{6543F8F8-286D-4B39-AB6B-D4B97655A088}" srcOrd="1" destOrd="0" parTransId="{295CC717-7C70-4C01-9941-AAF14ECF8E50}" sibTransId="{5BFC0E28-790C-47B2-9CF1-B85FED3763F3}"/>
    <dgm:cxn modelId="{648D3E73-A4C5-41C4-A857-F4F6F12335C3}" type="presOf" srcId="{5C468F68-6ECF-4B45-99B3-2DA640D69B8D}" destId="{2DEBF2F3-C7B9-45BF-9260-087EB509DA4C}" srcOrd="0" destOrd="0" presId="urn:microsoft.com/office/officeart/2018/2/layout/IconVerticalSolidList"/>
    <dgm:cxn modelId="{7CE63984-31E8-4E50-A460-B1158C28511F}" type="presOf" srcId="{58F5E5DA-CEA2-42C7-8339-6DD992A6F9D1}" destId="{ED8F3ADA-0EE9-4CAB-A772-7CC604A53F36}" srcOrd="0" destOrd="0" presId="urn:microsoft.com/office/officeart/2018/2/layout/IconVerticalSolidList"/>
    <dgm:cxn modelId="{B24C83ED-5950-4FF2-B042-324154881FA5}" type="presOf" srcId="{6543F8F8-286D-4B39-AB6B-D4B97655A088}" destId="{443AF245-3222-43B1-9257-AA4C10E9B8A7}" srcOrd="0" destOrd="0" presId="urn:microsoft.com/office/officeart/2018/2/layout/IconVerticalSolidList"/>
    <dgm:cxn modelId="{98DA60FA-8395-41F7-BAB4-D785B4977E5C}" srcId="{5C468F68-6ECF-4B45-99B3-2DA640D69B8D}" destId="{58F5E5DA-CEA2-42C7-8339-6DD992A6F9D1}" srcOrd="0" destOrd="0" parTransId="{5605B9E6-B819-476D-8E53-E8622E4E2BD1}" sibTransId="{0A7CA645-0290-47B5-A5BC-FE55B9D34CAC}"/>
    <dgm:cxn modelId="{C694831C-5FEA-454F-8E4E-DCC3B3AF286C}" type="presParOf" srcId="{2DEBF2F3-C7B9-45BF-9260-087EB509DA4C}" destId="{74087FD6-2BB7-4A16-A481-00C054255BF7}" srcOrd="0" destOrd="0" presId="urn:microsoft.com/office/officeart/2018/2/layout/IconVerticalSolidList"/>
    <dgm:cxn modelId="{A2809754-F4E5-4615-8A22-7CA54849FF42}" type="presParOf" srcId="{74087FD6-2BB7-4A16-A481-00C054255BF7}" destId="{6011B2F4-E29A-4ECA-A778-23E355C583AF}" srcOrd="0" destOrd="0" presId="urn:microsoft.com/office/officeart/2018/2/layout/IconVerticalSolidList"/>
    <dgm:cxn modelId="{0CC06F7F-14BA-469A-AB34-B2B4004FEDD8}" type="presParOf" srcId="{74087FD6-2BB7-4A16-A481-00C054255BF7}" destId="{48305DFD-24A4-4612-84D5-023F3A3B908A}" srcOrd="1" destOrd="0" presId="urn:microsoft.com/office/officeart/2018/2/layout/IconVerticalSolidList"/>
    <dgm:cxn modelId="{4D3B8F7D-851C-42E6-A53C-BE68146FCF73}" type="presParOf" srcId="{74087FD6-2BB7-4A16-A481-00C054255BF7}" destId="{570C40EA-3DA0-41BE-BB4A-E8C8FB857D27}" srcOrd="2" destOrd="0" presId="urn:microsoft.com/office/officeart/2018/2/layout/IconVerticalSolidList"/>
    <dgm:cxn modelId="{2AA05F08-71E5-4612-8708-61D036AD8E83}" type="presParOf" srcId="{74087FD6-2BB7-4A16-A481-00C054255BF7}" destId="{ED8F3ADA-0EE9-4CAB-A772-7CC604A53F36}" srcOrd="3" destOrd="0" presId="urn:microsoft.com/office/officeart/2018/2/layout/IconVerticalSolidList"/>
    <dgm:cxn modelId="{C0853B15-A5AB-4F00-9AC4-EE1ADCD032C5}" type="presParOf" srcId="{2DEBF2F3-C7B9-45BF-9260-087EB509DA4C}" destId="{738E215D-3059-4303-8758-AA820DCB30CA}" srcOrd="1" destOrd="0" presId="urn:microsoft.com/office/officeart/2018/2/layout/IconVerticalSolidList"/>
    <dgm:cxn modelId="{1CD572CC-F357-4BE1-B5D1-44455982D224}" type="presParOf" srcId="{2DEBF2F3-C7B9-45BF-9260-087EB509DA4C}" destId="{D0E33CBE-0111-4B0B-8C00-9917E57FA9ED}" srcOrd="2" destOrd="0" presId="urn:microsoft.com/office/officeart/2018/2/layout/IconVerticalSolidList"/>
    <dgm:cxn modelId="{9C92F1F6-7804-4D43-A71F-ED56DC00AA23}" type="presParOf" srcId="{D0E33CBE-0111-4B0B-8C00-9917E57FA9ED}" destId="{91EE044F-E3F2-4F53-91E7-8D846C2932F3}" srcOrd="0" destOrd="0" presId="urn:microsoft.com/office/officeart/2018/2/layout/IconVerticalSolidList"/>
    <dgm:cxn modelId="{930585E2-DA14-4ED6-88EC-7619CD7ADF76}" type="presParOf" srcId="{D0E33CBE-0111-4B0B-8C00-9917E57FA9ED}" destId="{78138D5C-8D7B-49DC-AE03-E3215F5F9782}" srcOrd="1" destOrd="0" presId="urn:microsoft.com/office/officeart/2018/2/layout/IconVerticalSolidList"/>
    <dgm:cxn modelId="{1A0984C5-B4C4-437B-9C9E-323F18FEBA04}" type="presParOf" srcId="{D0E33CBE-0111-4B0B-8C00-9917E57FA9ED}" destId="{44FEEEC2-E052-4A50-A241-865D426D3DE3}" srcOrd="2" destOrd="0" presId="urn:microsoft.com/office/officeart/2018/2/layout/IconVerticalSolidList"/>
    <dgm:cxn modelId="{0CC881DD-A659-4AA0-A6F2-8C730745C2CB}" type="presParOf" srcId="{D0E33CBE-0111-4B0B-8C00-9917E57FA9ED}" destId="{443AF245-3222-43B1-9257-AA4C10E9B8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F270946-63CD-440C-9026-82E57DA004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ED3A2E-9ADE-4981-8656-ABE8928D8CDB}">
      <dgm:prSet/>
      <dgm:spPr/>
      <dgm:t>
        <a:bodyPr/>
        <a:lstStyle/>
        <a:p>
          <a:r>
            <a:rPr lang="en-US"/>
            <a:t>Sharpe Ratio: A measure of the risk-adjusted return of the strategy.</a:t>
          </a:r>
        </a:p>
      </dgm:t>
    </dgm:pt>
    <dgm:pt modelId="{265F7C10-04C3-443A-A322-FD547EA80E03}" type="parTrans" cxnId="{271EB5E2-C069-4CFC-A5F0-6602C6BCCDC8}">
      <dgm:prSet/>
      <dgm:spPr/>
      <dgm:t>
        <a:bodyPr/>
        <a:lstStyle/>
        <a:p>
          <a:endParaRPr lang="en-US"/>
        </a:p>
      </dgm:t>
    </dgm:pt>
    <dgm:pt modelId="{6E6D86AA-4FA1-4D96-A1EE-FAC5FFD2D9C8}" type="sibTrans" cxnId="{271EB5E2-C069-4CFC-A5F0-6602C6BCCDC8}">
      <dgm:prSet/>
      <dgm:spPr/>
      <dgm:t>
        <a:bodyPr/>
        <a:lstStyle/>
        <a:p>
          <a:endParaRPr lang="en-US"/>
        </a:p>
      </dgm:t>
    </dgm:pt>
    <dgm:pt modelId="{8F826A3D-2215-4CED-86F1-65200FED966A}">
      <dgm:prSet/>
      <dgm:spPr/>
      <dgm:t>
        <a:bodyPr/>
        <a:lstStyle/>
        <a:p>
          <a:r>
            <a:rPr lang="en-US"/>
            <a:t>Higher Sharpe ratios indicate better risk-adjusted returns.</a:t>
          </a:r>
        </a:p>
      </dgm:t>
    </dgm:pt>
    <dgm:pt modelId="{7BB44B88-9DCD-44BD-9A4A-D7011F90508F}" type="parTrans" cxnId="{F559EADD-0D61-4273-B9CC-636398E03044}">
      <dgm:prSet/>
      <dgm:spPr/>
      <dgm:t>
        <a:bodyPr/>
        <a:lstStyle/>
        <a:p>
          <a:endParaRPr lang="en-US"/>
        </a:p>
      </dgm:t>
    </dgm:pt>
    <dgm:pt modelId="{BF69277F-4374-423F-BB4B-90BAE17522C2}" type="sibTrans" cxnId="{F559EADD-0D61-4273-B9CC-636398E03044}">
      <dgm:prSet/>
      <dgm:spPr/>
      <dgm:t>
        <a:bodyPr/>
        <a:lstStyle/>
        <a:p>
          <a:endParaRPr lang="en-US"/>
        </a:p>
      </dgm:t>
    </dgm:pt>
    <dgm:pt modelId="{0A67AE9E-CDE1-4FE8-A3F7-48EEADD52C35}" type="pres">
      <dgm:prSet presAssocID="{4F270946-63CD-440C-9026-82E57DA00456}" presName="root" presStyleCnt="0">
        <dgm:presLayoutVars>
          <dgm:dir/>
          <dgm:resizeHandles val="exact"/>
        </dgm:presLayoutVars>
      </dgm:prSet>
      <dgm:spPr/>
    </dgm:pt>
    <dgm:pt modelId="{D367BEC7-EA0C-47BC-95F3-37FF3E44CB90}" type="pres">
      <dgm:prSet presAssocID="{93ED3A2E-9ADE-4981-8656-ABE8928D8CDB}" presName="compNode" presStyleCnt="0"/>
      <dgm:spPr/>
    </dgm:pt>
    <dgm:pt modelId="{309435A0-8A74-448D-8A72-AECEF10355A4}" type="pres">
      <dgm:prSet presAssocID="{93ED3A2E-9ADE-4981-8656-ABE8928D8CDB}" presName="bgRect" presStyleLbl="bgShp" presStyleIdx="0" presStyleCnt="2"/>
      <dgm:spPr/>
    </dgm:pt>
    <dgm:pt modelId="{E8C471DE-58A0-4D1E-A532-0D58014B0D23}" type="pres">
      <dgm:prSet presAssocID="{93ED3A2E-9ADE-4981-8656-ABE8928D8CD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A37E5EE-1FF7-4EAA-A500-2B40381D43A6}" type="pres">
      <dgm:prSet presAssocID="{93ED3A2E-9ADE-4981-8656-ABE8928D8CDB}" presName="spaceRect" presStyleCnt="0"/>
      <dgm:spPr/>
    </dgm:pt>
    <dgm:pt modelId="{7137E1AF-C2CA-4D6D-8404-6481B77DDE35}" type="pres">
      <dgm:prSet presAssocID="{93ED3A2E-9ADE-4981-8656-ABE8928D8CDB}" presName="parTx" presStyleLbl="revTx" presStyleIdx="0" presStyleCnt="2">
        <dgm:presLayoutVars>
          <dgm:chMax val="0"/>
          <dgm:chPref val="0"/>
        </dgm:presLayoutVars>
      </dgm:prSet>
      <dgm:spPr/>
    </dgm:pt>
    <dgm:pt modelId="{526C4929-AFC5-42D8-B75F-6955446AC505}" type="pres">
      <dgm:prSet presAssocID="{6E6D86AA-4FA1-4D96-A1EE-FAC5FFD2D9C8}" presName="sibTrans" presStyleCnt="0"/>
      <dgm:spPr/>
    </dgm:pt>
    <dgm:pt modelId="{A354B252-6C3D-431A-80FE-74930D29DBED}" type="pres">
      <dgm:prSet presAssocID="{8F826A3D-2215-4CED-86F1-65200FED966A}" presName="compNode" presStyleCnt="0"/>
      <dgm:spPr/>
    </dgm:pt>
    <dgm:pt modelId="{640325A5-82FC-49DE-9FAD-5A04EEA1D394}" type="pres">
      <dgm:prSet presAssocID="{8F826A3D-2215-4CED-86F1-65200FED966A}" presName="bgRect" presStyleLbl="bgShp" presStyleIdx="1" presStyleCnt="2"/>
      <dgm:spPr/>
    </dgm:pt>
    <dgm:pt modelId="{BF7D552B-DCE7-468A-B0E7-9205A456E9A7}" type="pres">
      <dgm:prSet presAssocID="{8F826A3D-2215-4CED-86F1-65200FED966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1640429C-B783-4E03-B787-E04D4AF21640}" type="pres">
      <dgm:prSet presAssocID="{8F826A3D-2215-4CED-86F1-65200FED966A}" presName="spaceRect" presStyleCnt="0"/>
      <dgm:spPr/>
    </dgm:pt>
    <dgm:pt modelId="{E1A6C07D-26FD-4088-ABB0-5CFE01D89333}" type="pres">
      <dgm:prSet presAssocID="{8F826A3D-2215-4CED-86F1-65200FED966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5CA5309-8259-4B81-986A-FFAFD4DCD1D4}" type="presOf" srcId="{8F826A3D-2215-4CED-86F1-65200FED966A}" destId="{E1A6C07D-26FD-4088-ABB0-5CFE01D89333}" srcOrd="0" destOrd="0" presId="urn:microsoft.com/office/officeart/2018/2/layout/IconVerticalSolidList"/>
    <dgm:cxn modelId="{154F36B7-9376-4CAC-8A1C-FD054267B2FE}" type="presOf" srcId="{4F270946-63CD-440C-9026-82E57DA00456}" destId="{0A67AE9E-CDE1-4FE8-A3F7-48EEADD52C35}" srcOrd="0" destOrd="0" presId="urn:microsoft.com/office/officeart/2018/2/layout/IconVerticalSolidList"/>
    <dgm:cxn modelId="{F559EADD-0D61-4273-B9CC-636398E03044}" srcId="{4F270946-63CD-440C-9026-82E57DA00456}" destId="{8F826A3D-2215-4CED-86F1-65200FED966A}" srcOrd="1" destOrd="0" parTransId="{7BB44B88-9DCD-44BD-9A4A-D7011F90508F}" sibTransId="{BF69277F-4374-423F-BB4B-90BAE17522C2}"/>
    <dgm:cxn modelId="{271EB5E2-C069-4CFC-A5F0-6602C6BCCDC8}" srcId="{4F270946-63CD-440C-9026-82E57DA00456}" destId="{93ED3A2E-9ADE-4981-8656-ABE8928D8CDB}" srcOrd="0" destOrd="0" parTransId="{265F7C10-04C3-443A-A322-FD547EA80E03}" sibTransId="{6E6D86AA-4FA1-4D96-A1EE-FAC5FFD2D9C8}"/>
    <dgm:cxn modelId="{4288CBFD-A7B2-4C12-BF9C-BC751FF49A23}" type="presOf" srcId="{93ED3A2E-9ADE-4981-8656-ABE8928D8CDB}" destId="{7137E1AF-C2CA-4D6D-8404-6481B77DDE35}" srcOrd="0" destOrd="0" presId="urn:microsoft.com/office/officeart/2018/2/layout/IconVerticalSolidList"/>
    <dgm:cxn modelId="{B38F0EC1-9E43-4254-B5CD-876453381359}" type="presParOf" srcId="{0A67AE9E-CDE1-4FE8-A3F7-48EEADD52C35}" destId="{D367BEC7-EA0C-47BC-95F3-37FF3E44CB90}" srcOrd="0" destOrd="0" presId="urn:microsoft.com/office/officeart/2018/2/layout/IconVerticalSolidList"/>
    <dgm:cxn modelId="{46F8A025-2308-43AF-9D64-CB44E5FD820F}" type="presParOf" srcId="{D367BEC7-EA0C-47BC-95F3-37FF3E44CB90}" destId="{309435A0-8A74-448D-8A72-AECEF10355A4}" srcOrd="0" destOrd="0" presId="urn:microsoft.com/office/officeart/2018/2/layout/IconVerticalSolidList"/>
    <dgm:cxn modelId="{9D1D3E50-36D3-493D-9A87-A416C89EE06D}" type="presParOf" srcId="{D367BEC7-EA0C-47BC-95F3-37FF3E44CB90}" destId="{E8C471DE-58A0-4D1E-A532-0D58014B0D23}" srcOrd="1" destOrd="0" presId="urn:microsoft.com/office/officeart/2018/2/layout/IconVerticalSolidList"/>
    <dgm:cxn modelId="{EA44540A-E4E6-46F7-B953-D91474B3155A}" type="presParOf" srcId="{D367BEC7-EA0C-47BC-95F3-37FF3E44CB90}" destId="{8A37E5EE-1FF7-4EAA-A500-2B40381D43A6}" srcOrd="2" destOrd="0" presId="urn:microsoft.com/office/officeart/2018/2/layout/IconVerticalSolidList"/>
    <dgm:cxn modelId="{427324C1-E897-4E6A-9992-A7EB8A6AC78F}" type="presParOf" srcId="{D367BEC7-EA0C-47BC-95F3-37FF3E44CB90}" destId="{7137E1AF-C2CA-4D6D-8404-6481B77DDE35}" srcOrd="3" destOrd="0" presId="urn:microsoft.com/office/officeart/2018/2/layout/IconVerticalSolidList"/>
    <dgm:cxn modelId="{8AD84121-FBDB-4633-9362-A610507BCD3F}" type="presParOf" srcId="{0A67AE9E-CDE1-4FE8-A3F7-48EEADD52C35}" destId="{526C4929-AFC5-42D8-B75F-6955446AC505}" srcOrd="1" destOrd="0" presId="urn:microsoft.com/office/officeart/2018/2/layout/IconVerticalSolidList"/>
    <dgm:cxn modelId="{D7ECA4D7-A5B8-4AD3-AE7E-366F407F31E6}" type="presParOf" srcId="{0A67AE9E-CDE1-4FE8-A3F7-48EEADD52C35}" destId="{A354B252-6C3D-431A-80FE-74930D29DBED}" srcOrd="2" destOrd="0" presId="urn:microsoft.com/office/officeart/2018/2/layout/IconVerticalSolidList"/>
    <dgm:cxn modelId="{67EEC5F1-832B-4F28-8223-8B1AF51DC4ED}" type="presParOf" srcId="{A354B252-6C3D-431A-80FE-74930D29DBED}" destId="{640325A5-82FC-49DE-9FAD-5A04EEA1D394}" srcOrd="0" destOrd="0" presId="urn:microsoft.com/office/officeart/2018/2/layout/IconVerticalSolidList"/>
    <dgm:cxn modelId="{1F6B57C0-2E03-4EB7-9A22-68E447D3F54E}" type="presParOf" srcId="{A354B252-6C3D-431A-80FE-74930D29DBED}" destId="{BF7D552B-DCE7-468A-B0E7-9205A456E9A7}" srcOrd="1" destOrd="0" presId="urn:microsoft.com/office/officeart/2018/2/layout/IconVerticalSolidList"/>
    <dgm:cxn modelId="{54873C27-8B5E-4E56-8E1E-A689059051DB}" type="presParOf" srcId="{A354B252-6C3D-431A-80FE-74930D29DBED}" destId="{1640429C-B783-4E03-B787-E04D4AF21640}" srcOrd="2" destOrd="0" presId="urn:microsoft.com/office/officeart/2018/2/layout/IconVerticalSolidList"/>
    <dgm:cxn modelId="{939630F3-5898-467B-8A45-8AC505BD290F}" type="presParOf" srcId="{A354B252-6C3D-431A-80FE-74930D29DBED}" destId="{E1A6C07D-26FD-4088-ABB0-5CFE01D893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2A05A12F-8A71-4907-8C64-43C33F7CDD0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6FB4A72-BA97-42F7-90C1-65A24240E34B}">
      <dgm:prSet/>
      <dgm:spPr/>
      <dgm:t>
        <a:bodyPr/>
        <a:lstStyle/>
        <a:p>
          <a:r>
            <a:rPr lang="en-US"/>
            <a:t>The strategy was optimized by adjusting the indicator parameters to improve performance.</a:t>
          </a:r>
        </a:p>
      </dgm:t>
    </dgm:pt>
    <dgm:pt modelId="{7069E978-6FC5-4719-9C6D-7306CC1C0903}" type="parTrans" cxnId="{7CAD5F6E-E85A-4116-BDAC-08B012D68FAE}">
      <dgm:prSet/>
      <dgm:spPr/>
      <dgm:t>
        <a:bodyPr/>
        <a:lstStyle/>
        <a:p>
          <a:endParaRPr lang="en-US"/>
        </a:p>
      </dgm:t>
    </dgm:pt>
    <dgm:pt modelId="{FF8865D3-00E4-4AAC-ADF5-CF58DC7EBFAF}" type="sibTrans" cxnId="{7CAD5F6E-E85A-4116-BDAC-08B012D68FAE}">
      <dgm:prSet/>
      <dgm:spPr/>
      <dgm:t>
        <a:bodyPr/>
        <a:lstStyle/>
        <a:p>
          <a:endParaRPr lang="en-US"/>
        </a:p>
      </dgm:t>
    </dgm:pt>
    <dgm:pt modelId="{E20A933E-D587-43AB-8C09-3909EF322BD2}">
      <dgm:prSet/>
      <dgm:spPr/>
      <dgm:t>
        <a:bodyPr/>
        <a:lstStyle/>
        <a:p>
          <a:r>
            <a:rPr lang="en-US"/>
            <a:t>This involved testing different time periods and thresholds for RSI, MACD, and ADX.</a:t>
          </a:r>
        </a:p>
      </dgm:t>
    </dgm:pt>
    <dgm:pt modelId="{F61FD840-6CC3-49F8-8433-3B4713BC5D1A}" type="parTrans" cxnId="{9883DBB2-328C-4446-8C69-12084B3A43F5}">
      <dgm:prSet/>
      <dgm:spPr/>
      <dgm:t>
        <a:bodyPr/>
        <a:lstStyle/>
        <a:p>
          <a:endParaRPr lang="en-US"/>
        </a:p>
      </dgm:t>
    </dgm:pt>
    <dgm:pt modelId="{65CE46E7-5731-46D1-9A6E-58B98429C5B3}" type="sibTrans" cxnId="{9883DBB2-328C-4446-8C69-12084B3A43F5}">
      <dgm:prSet/>
      <dgm:spPr/>
      <dgm:t>
        <a:bodyPr/>
        <a:lstStyle/>
        <a:p>
          <a:endParaRPr lang="en-US"/>
        </a:p>
      </dgm:t>
    </dgm:pt>
    <dgm:pt modelId="{4BF1FF3F-8EFD-438D-83A0-E5DF1B3846D9}" type="pres">
      <dgm:prSet presAssocID="{2A05A12F-8A71-4907-8C64-43C33F7CDD0C}" presName="linear" presStyleCnt="0">
        <dgm:presLayoutVars>
          <dgm:animLvl val="lvl"/>
          <dgm:resizeHandles val="exact"/>
        </dgm:presLayoutVars>
      </dgm:prSet>
      <dgm:spPr/>
    </dgm:pt>
    <dgm:pt modelId="{50887879-F7C8-4244-86DC-2D8477F22D24}" type="pres">
      <dgm:prSet presAssocID="{F6FB4A72-BA97-42F7-90C1-65A24240E34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0F9BDDB-A74C-4853-AB8E-AE932FEBC31B}" type="pres">
      <dgm:prSet presAssocID="{FF8865D3-00E4-4AAC-ADF5-CF58DC7EBFAF}" presName="spacer" presStyleCnt="0"/>
      <dgm:spPr/>
    </dgm:pt>
    <dgm:pt modelId="{990AF224-5D54-47DA-8003-5BE280C7D805}" type="pres">
      <dgm:prSet presAssocID="{E20A933E-D587-43AB-8C09-3909EF322BD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00C9D0A-D8E8-441C-98C9-70A31660CF44}" type="presOf" srcId="{2A05A12F-8A71-4907-8C64-43C33F7CDD0C}" destId="{4BF1FF3F-8EFD-438D-83A0-E5DF1B3846D9}" srcOrd="0" destOrd="0" presId="urn:microsoft.com/office/officeart/2005/8/layout/vList2"/>
    <dgm:cxn modelId="{538B0943-6164-49F6-A1D5-F2D69CC743C7}" type="presOf" srcId="{F6FB4A72-BA97-42F7-90C1-65A24240E34B}" destId="{50887879-F7C8-4244-86DC-2D8477F22D24}" srcOrd="0" destOrd="0" presId="urn:microsoft.com/office/officeart/2005/8/layout/vList2"/>
    <dgm:cxn modelId="{7CAD5F6E-E85A-4116-BDAC-08B012D68FAE}" srcId="{2A05A12F-8A71-4907-8C64-43C33F7CDD0C}" destId="{F6FB4A72-BA97-42F7-90C1-65A24240E34B}" srcOrd="0" destOrd="0" parTransId="{7069E978-6FC5-4719-9C6D-7306CC1C0903}" sibTransId="{FF8865D3-00E4-4AAC-ADF5-CF58DC7EBFAF}"/>
    <dgm:cxn modelId="{9883DBB2-328C-4446-8C69-12084B3A43F5}" srcId="{2A05A12F-8A71-4907-8C64-43C33F7CDD0C}" destId="{E20A933E-D587-43AB-8C09-3909EF322BD2}" srcOrd="1" destOrd="0" parTransId="{F61FD840-6CC3-49F8-8433-3B4713BC5D1A}" sibTransId="{65CE46E7-5731-46D1-9A6E-58B98429C5B3}"/>
    <dgm:cxn modelId="{656069C6-1CDC-4EAE-AFF4-A1E87F6C8D3E}" type="presOf" srcId="{E20A933E-D587-43AB-8C09-3909EF322BD2}" destId="{990AF224-5D54-47DA-8003-5BE280C7D805}" srcOrd="0" destOrd="0" presId="urn:microsoft.com/office/officeart/2005/8/layout/vList2"/>
    <dgm:cxn modelId="{461FA9DE-3B2E-4BA7-8306-935940285314}" type="presParOf" srcId="{4BF1FF3F-8EFD-438D-83A0-E5DF1B3846D9}" destId="{50887879-F7C8-4244-86DC-2D8477F22D24}" srcOrd="0" destOrd="0" presId="urn:microsoft.com/office/officeart/2005/8/layout/vList2"/>
    <dgm:cxn modelId="{246131A5-6132-4F98-948F-BFC6565ADFD6}" type="presParOf" srcId="{4BF1FF3F-8EFD-438D-83A0-E5DF1B3846D9}" destId="{40F9BDDB-A74C-4853-AB8E-AE932FEBC31B}" srcOrd="1" destOrd="0" presId="urn:microsoft.com/office/officeart/2005/8/layout/vList2"/>
    <dgm:cxn modelId="{6F97DF2A-5583-4599-A317-4F753A8A9625}" type="presParOf" srcId="{4BF1FF3F-8EFD-438D-83A0-E5DF1B3846D9}" destId="{990AF224-5D54-47DA-8003-5BE280C7D80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04EDAFE-3531-4C59-AD6E-7D069699173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2A0796-169F-4968-B11A-2977CF22A65F}">
      <dgm:prSet/>
      <dgm:spPr/>
      <dgm:t>
        <a:bodyPr/>
        <a:lstStyle/>
        <a:p>
          <a:r>
            <a:rPr lang="en-US"/>
            <a:t>Machine learning (ML) is a subset of artificial intelligence (AI) that uses algorithms and data to teach computers to learn without direct instruction.</a:t>
          </a:r>
        </a:p>
      </dgm:t>
    </dgm:pt>
    <dgm:pt modelId="{160CC4BD-747E-466C-8BBA-11E2BB9AA06C}" type="parTrans" cxnId="{A9867851-B8F7-4439-A63D-629DBAF2CE4E}">
      <dgm:prSet/>
      <dgm:spPr/>
      <dgm:t>
        <a:bodyPr/>
        <a:lstStyle/>
        <a:p>
          <a:endParaRPr lang="en-US"/>
        </a:p>
      </dgm:t>
    </dgm:pt>
    <dgm:pt modelId="{C624140E-7017-434E-8934-3ECE954DFB7A}" type="sibTrans" cxnId="{A9867851-B8F7-4439-A63D-629DBAF2CE4E}">
      <dgm:prSet/>
      <dgm:spPr/>
      <dgm:t>
        <a:bodyPr/>
        <a:lstStyle/>
        <a:p>
          <a:endParaRPr lang="en-US"/>
        </a:p>
      </dgm:t>
    </dgm:pt>
    <dgm:pt modelId="{8EF9ABCB-A507-4ECE-9996-92E0CCA0626E}">
      <dgm:prSet/>
      <dgm:spPr/>
      <dgm:t>
        <a:bodyPr/>
        <a:lstStyle/>
        <a:p>
          <a:r>
            <a:rPr lang="en-US"/>
            <a:t>There are multiple types of ML prominent are:</a:t>
          </a:r>
        </a:p>
      </dgm:t>
    </dgm:pt>
    <dgm:pt modelId="{C501C6E8-22D6-432F-8ADF-2162BE0C7AEB}" type="parTrans" cxnId="{33FA2400-D099-4791-96B9-101A2880301A}">
      <dgm:prSet/>
      <dgm:spPr/>
      <dgm:t>
        <a:bodyPr/>
        <a:lstStyle/>
        <a:p>
          <a:endParaRPr lang="en-US"/>
        </a:p>
      </dgm:t>
    </dgm:pt>
    <dgm:pt modelId="{6CEFE856-CFF7-466B-82B9-3681EB5FE37C}" type="sibTrans" cxnId="{33FA2400-D099-4791-96B9-101A2880301A}">
      <dgm:prSet/>
      <dgm:spPr/>
      <dgm:t>
        <a:bodyPr/>
        <a:lstStyle/>
        <a:p>
          <a:endParaRPr lang="en-US"/>
        </a:p>
      </dgm:t>
    </dgm:pt>
    <dgm:pt modelId="{630460A2-6514-4A58-9F67-7D509D6B64E9}">
      <dgm:prSet/>
      <dgm:spPr/>
      <dgm:t>
        <a:bodyPr/>
        <a:lstStyle/>
        <a:p>
          <a:r>
            <a:rPr lang="en-US"/>
            <a:t>Supervised Learning </a:t>
          </a:r>
        </a:p>
      </dgm:t>
    </dgm:pt>
    <dgm:pt modelId="{6B533AC1-CCE0-4822-9A2E-957A57DB84F7}" type="parTrans" cxnId="{7CAC04AB-5100-44EF-945A-294227428DD9}">
      <dgm:prSet/>
      <dgm:spPr/>
      <dgm:t>
        <a:bodyPr/>
        <a:lstStyle/>
        <a:p>
          <a:endParaRPr lang="en-US"/>
        </a:p>
      </dgm:t>
    </dgm:pt>
    <dgm:pt modelId="{794494F4-877F-4B9C-8763-D0CE16855EC5}" type="sibTrans" cxnId="{7CAC04AB-5100-44EF-945A-294227428DD9}">
      <dgm:prSet/>
      <dgm:spPr/>
      <dgm:t>
        <a:bodyPr/>
        <a:lstStyle/>
        <a:p>
          <a:endParaRPr lang="en-US"/>
        </a:p>
      </dgm:t>
    </dgm:pt>
    <dgm:pt modelId="{BA9DC98E-1958-4C8F-95A8-85BA68C7BDFC}">
      <dgm:prSet/>
      <dgm:spPr/>
      <dgm:t>
        <a:bodyPr/>
        <a:lstStyle/>
        <a:p>
          <a:r>
            <a:rPr lang="en-US"/>
            <a:t>Unsupervised Learning </a:t>
          </a:r>
        </a:p>
      </dgm:t>
    </dgm:pt>
    <dgm:pt modelId="{45BFFEC8-CD35-4B3E-A814-0E2E606E5110}" type="parTrans" cxnId="{391D8EF6-B027-44EC-8954-9206668F953B}">
      <dgm:prSet/>
      <dgm:spPr/>
      <dgm:t>
        <a:bodyPr/>
        <a:lstStyle/>
        <a:p>
          <a:endParaRPr lang="en-US"/>
        </a:p>
      </dgm:t>
    </dgm:pt>
    <dgm:pt modelId="{C8584338-ADAA-4107-8F53-97AD9858F980}" type="sibTrans" cxnId="{391D8EF6-B027-44EC-8954-9206668F953B}">
      <dgm:prSet/>
      <dgm:spPr/>
      <dgm:t>
        <a:bodyPr/>
        <a:lstStyle/>
        <a:p>
          <a:endParaRPr lang="en-US"/>
        </a:p>
      </dgm:t>
    </dgm:pt>
    <dgm:pt modelId="{A063FAA8-290F-47BE-A68B-FFF1D5C2F6E5}">
      <dgm:prSet/>
      <dgm:spPr/>
      <dgm:t>
        <a:bodyPr/>
        <a:lstStyle/>
        <a:p>
          <a:r>
            <a:rPr lang="en-US"/>
            <a:t>Semi Supervised learning</a:t>
          </a:r>
        </a:p>
      </dgm:t>
    </dgm:pt>
    <dgm:pt modelId="{3BA1920C-E8AF-4174-B5E2-E50AEFDF954F}" type="parTrans" cxnId="{517AAE84-B4E6-4AE7-8044-A7308954FF93}">
      <dgm:prSet/>
      <dgm:spPr/>
      <dgm:t>
        <a:bodyPr/>
        <a:lstStyle/>
        <a:p>
          <a:endParaRPr lang="en-US"/>
        </a:p>
      </dgm:t>
    </dgm:pt>
    <dgm:pt modelId="{1798600F-D1DB-4BE7-9226-E1857A4BA6F1}" type="sibTrans" cxnId="{517AAE84-B4E6-4AE7-8044-A7308954FF93}">
      <dgm:prSet/>
      <dgm:spPr/>
      <dgm:t>
        <a:bodyPr/>
        <a:lstStyle/>
        <a:p>
          <a:endParaRPr lang="en-US"/>
        </a:p>
      </dgm:t>
    </dgm:pt>
    <dgm:pt modelId="{EB95F90F-4B45-4B69-BD23-2E4E49EA57F6}">
      <dgm:prSet/>
      <dgm:spPr/>
      <dgm:t>
        <a:bodyPr/>
        <a:lstStyle/>
        <a:p>
          <a:r>
            <a:rPr lang="en-US"/>
            <a:t>Federated learning</a:t>
          </a:r>
        </a:p>
      </dgm:t>
    </dgm:pt>
    <dgm:pt modelId="{ED211D1C-FA1E-4673-8314-6921D39F7D43}" type="parTrans" cxnId="{A5D3840E-CF63-4E7E-812A-635CB000F8A3}">
      <dgm:prSet/>
      <dgm:spPr/>
      <dgm:t>
        <a:bodyPr/>
        <a:lstStyle/>
        <a:p>
          <a:endParaRPr lang="en-US"/>
        </a:p>
      </dgm:t>
    </dgm:pt>
    <dgm:pt modelId="{B62FE9BC-8689-49A6-8556-096BB31B36C5}" type="sibTrans" cxnId="{A5D3840E-CF63-4E7E-812A-635CB000F8A3}">
      <dgm:prSet/>
      <dgm:spPr/>
      <dgm:t>
        <a:bodyPr/>
        <a:lstStyle/>
        <a:p>
          <a:endParaRPr lang="en-US"/>
        </a:p>
      </dgm:t>
    </dgm:pt>
    <dgm:pt modelId="{C6FEE427-9E80-4374-9551-E3BC83B8EB1E}" type="pres">
      <dgm:prSet presAssocID="{004EDAFE-3531-4C59-AD6E-7D0696991733}" presName="Name0" presStyleCnt="0">
        <dgm:presLayoutVars>
          <dgm:dir/>
          <dgm:animLvl val="lvl"/>
          <dgm:resizeHandles val="exact"/>
        </dgm:presLayoutVars>
      </dgm:prSet>
      <dgm:spPr/>
    </dgm:pt>
    <dgm:pt modelId="{8C63946F-0D1E-49B8-B206-92B33FA60C4D}" type="pres">
      <dgm:prSet presAssocID="{8EF9ABCB-A507-4ECE-9996-92E0CCA0626E}" presName="boxAndChildren" presStyleCnt="0"/>
      <dgm:spPr/>
    </dgm:pt>
    <dgm:pt modelId="{0AEC0C00-FF57-4617-B765-47C695CB550B}" type="pres">
      <dgm:prSet presAssocID="{8EF9ABCB-A507-4ECE-9996-92E0CCA0626E}" presName="parentTextBox" presStyleLbl="node1" presStyleIdx="0" presStyleCnt="2"/>
      <dgm:spPr/>
    </dgm:pt>
    <dgm:pt modelId="{E0F15B54-C14C-46CF-A737-C4225A6EBB79}" type="pres">
      <dgm:prSet presAssocID="{8EF9ABCB-A507-4ECE-9996-92E0CCA0626E}" presName="entireBox" presStyleLbl="node1" presStyleIdx="0" presStyleCnt="2"/>
      <dgm:spPr/>
    </dgm:pt>
    <dgm:pt modelId="{B152DA30-483F-4522-AEAB-A6FA01960171}" type="pres">
      <dgm:prSet presAssocID="{8EF9ABCB-A507-4ECE-9996-92E0CCA0626E}" presName="descendantBox" presStyleCnt="0"/>
      <dgm:spPr/>
    </dgm:pt>
    <dgm:pt modelId="{E54B984B-053C-48E4-B1F0-B185A026C0F4}" type="pres">
      <dgm:prSet presAssocID="{630460A2-6514-4A58-9F67-7D509D6B64E9}" presName="childTextBox" presStyleLbl="fgAccFollowNode1" presStyleIdx="0" presStyleCnt="4">
        <dgm:presLayoutVars>
          <dgm:bulletEnabled val="1"/>
        </dgm:presLayoutVars>
      </dgm:prSet>
      <dgm:spPr/>
    </dgm:pt>
    <dgm:pt modelId="{C1BDC0EF-0A58-46CF-A24F-E674186F05B6}" type="pres">
      <dgm:prSet presAssocID="{BA9DC98E-1958-4C8F-95A8-85BA68C7BDFC}" presName="childTextBox" presStyleLbl="fgAccFollowNode1" presStyleIdx="1" presStyleCnt="4">
        <dgm:presLayoutVars>
          <dgm:bulletEnabled val="1"/>
        </dgm:presLayoutVars>
      </dgm:prSet>
      <dgm:spPr/>
    </dgm:pt>
    <dgm:pt modelId="{BFBDE1EA-AC6E-4430-9089-374999457121}" type="pres">
      <dgm:prSet presAssocID="{A063FAA8-290F-47BE-A68B-FFF1D5C2F6E5}" presName="childTextBox" presStyleLbl="fgAccFollowNode1" presStyleIdx="2" presStyleCnt="4">
        <dgm:presLayoutVars>
          <dgm:bulletEnabled val="1"/>
        </dgm:presLayoutVars>
      </dgm:prSet>
      <dgm:spPr/>
    </dgm:pt>
    <dgm:pt modelId="{D4A1D4C9-5485-4C19-8280-47BE44979BD5}" type="pres">
      <dgm:prSet presAssocID="{EB95F90F-4B45-4B69-BD23-2E4E49EA57F6}" presName="childTextBox" presStyleLbl="fgAccFollowNode1" presStyleIdx="3" presStyleCnt="4">
        <dgm:presLayoutVars>
          <dgm:bulletEnabled val="1"/>
        </dgm:presLayoutVars>
      </dgm:prSet>
      <dgm:spPr/>
    </dgm:pt>
    <dgm:pt modelId="{443966F7-3886-40BE-8DE1-666AC58E24A3}" type="pres">
      <dgm:prSet presAssocID="{C624140E-7017-434E-8934-3ECE954DFB7A}" presName="sp" presStyleCnt="0"/>
      <dgm:spPr/>
    </dgm:pt>
    <dgm:pt modelId="{FB44164B-FBC8-4712-A23D-8E8CE2D40D54}" type="pres">
      <dgm:prSet presAssocID="{E12A0796-169F-4968-B11A-2977CF22A65F}" presName="arrowAndChildren" presStyleCnt="0"/>
      <dgm:spPr/>
    </dgm:pt>
    <dgm:pt modelId="{C26069D1-D2E3-4A15-8645-DF49D7D491BA}" type="pres">
      <dgm:prSet presAssocID="{E12A0796-169F-4968-B11A-2977CF22A65F}" presName="parentTextArrow" presStyleLbl="node1" presStyleIdx="1" presStyleCnt="2"/>
      <dgm:spPr/>
    </dgm:pt>
  </dgm:ptLst>
  <dgm:cxnLst>
    <dgm:cxn modelId="{33FA2400-D099-4791-96B9-101A2880301A}" srcId="{004EDAFE-3531-4C59-AD6E-7D0696991733}" destId="{8EF9ABCB-A507-4ECE-9996-92E0CCA0626E}" srcOrd="1" destOrd="0" parTransId="{C501C6E8-22D6-432F-8ADF-2162BE0C7AEB}" sibTransId="{6CEFE856-CFF7-466B-82B9-3681EB5FE37C}"/>
    <dgm:cxn modelId="{A5D3840E-CF63-4E7E-812A-635CB000F8A3}" srcId="{8EF9ABCB-A507-4ECE-9996-92E0CCA0626E}" destId="{EB95F90F-4B45-4B69-BD23-2E4E49EA57F6}" srcOrd="3" destOrd="0" parTransId="{ED211D1C-FA1E-4673-8314-6921D39F7D43}" sibTransId="{B62FE9BC-8689-49A6-8556-096BB31B36C5}"/>
    <dgm:cxn modelId="{79A63B22-9FF0-44A9-BDDD-16B1F8A9083A}" type="presOf" srcId="{A063FAA8-290F-47BE-A68B-FFF1D5C2F6E5}" destId="{BFBDE1EA-AC6E-4430-9089-374999457121}" srcOrd="0" destOrd="0" presId="urn:microsoft.com/office/officeart/2005/8/layout/process4"/>
    <dgm:cxn modelId="{54EAB92F-7F55-40CD-BA0B-63A8C005F372}" type="presOf" srcId="{8EF9ABCB-A507-4ECE-9996-92E0CCA0626E}" destId="{0AEC0C00-FF57-4617-B765-47C695CB550B}" srcOrd="0" destOrd="0" presId="urn:microsoft.com/office/officeart/2005/8/layout/process4"/>
    <dgm:cxn modelId="{8FE42D5C-896E-479F-8A44-F0F0419C37A0}" type="presOf" srcId="{E12A0796-169F-4968-B11A-2977CF22A65F}" destId="{C26069D1-D2E3-4A15-8645-DF49D7D491BA}" srcOrd="0" destOrd="0" presId="urn:microsoft.com/office/officeart/2005/8/layout/process4"/>
    <dgm:cxn modelId="{133BF54B-DE3A-4C8B-A4C6-A2D7708721EE}" type="presOf" srcId="{EB95F90F-4B45-4B69-BD23-2E4E49EA57F6}" destId="{D4A1D4C9-5485-4C19-8280-47BE44979BD5}" srcOrd="0" destOrd="0" presId="urn:microsoft.com/office/officeart/2005/8/layout/process4"/>
    <dgm:cxn modelId="{2607E26D-BD36-4422-A8AC-804D6886317A}" type="presOf" srcId="{630460A2-6514-4A58-9F67-7D509D6B64E9}" destId="{E54B984B-053C-48E4-B1F0-B185A026C0F4}" srcOrd="0" destOrd="0" presId="urn:microsoft.com/office/officeart/2005/8/layout/process4"/>
    <dgm:cxn modelId="{A9867851-B8F7-4439-A63D-629DBAF2CE4E}" srcId="{004EDAFE-3531-4C59-AD6E-7D0696991733}" destId="{E12A0796-169F-4968-B11A-2977CF22A65F}" srcOrd="0" destOrd="0" parTransId="{160CC4BD-747E-466C-8BBA-11E2BB9AA06C}" sibTransId="{C624140E-7017-434E-8934-3ECE954DFB7A}"/>
    <dgm:cxn modelId="{682D497F-7C9B-49A5-A4D0-9738BCAB185E}" type="presOf" srcId="{8EF9ABCB-A507-4ECE-9996-92E0CCA0626E}" destId="{E0F15B54-C14C-46CF-A737-C4225A6EBB79}" srcOrd="1" destOrd="0" presId="urn:microsoft.com/office/officeart/2005/8/layout/process4"/>
    <dgm:cxn modelId="{517AAE84-B4E6-4AE7-8044-A7308954FF93}" srcId="{8EF9ABCB-A507-4ECE-9996-92E0CCA0626E}" destId="{A063FAA8-290F-47BE-A68B-FFF1D5C2F6E5}" srcOrd="2" destOrd="0" parTransId="{3BA1920C-E8AF-4174-B5E2-E50AEFDF954F}" sibTransId="{1798600F-D1DB-4BE7-9226-E1857A4BA6F1}"/>
    <dgm:cxn modelId="{AD8C5088-B0BA-4E0D-B7AB-3690CC57757E}" type="presOf" srcId="{BA9DC98E-1958-4C8F-95A8-85BA68C7BDFC}" destId="{C1BDC0EF-0A58-46CF-A24F-E674186F05B6}" srcOrd="0" destOrd="0" presId="urn:microsoft.com/office/officeart/2005/8/layout/process4"/>
    <dgm:cxn modelId="{7CAC04AB-5100-44EF-945A-294227428DD9}" srcId="{8EF9ABCB-A507-4ECE-9996-92E0CCA0626E}" destId="{630460A2-6514-4A58-9F67-7D509D6B64E9}" srcOrd="0" destOrd="0" parTransId="{6B533AC1-CCE0-4822-9A2E-957A57DB84F7}" sibTransId="{794494F4-877F-4B9C-8763-D0CE16855EC5}"/>
    <dgm:cxn modelId="{7C69D1E0-DA59-42FA-A24E-7A098FAAEA40}" type="presOf" srcId="{004EDAFE-3531-4C59-AD6E-7D0696991733}" destId="{C6FEE427-9E80-4374-9551-E3BC83B8EB1E}" srcOrd="0" destOrd="0" presId="urn:microsoft.com/office/officeart/2005/8/layout/process4"/>
    <dgm:cxn modelId="{391D8EF6-B027-44EC-8954-9206668F953B}" srcId="{8EF9ABCB-A507-4ECE-9996-92E0CCA0626E}" destId="{BA9DC98E-1958-4C8F-95A8-85BA68C7BDFC}" srcOrd="1" destOrd="0" parTransId="{45BFFEC8-CD35-4B3E-A814-0E2E606E5110}" sibTransId="{C8584338-ADAA-4107-8F53-97AD9858F980}"/>
    <dgm:cxn modelId="{2C70510B-F51C-4FC1-90D4-045425FC850E}" type="presParOf" srcId="{C6FEE427-9E80-4374-9551-E3BC83B8EB1E}" destId="{8C63946F-0D1E-49B8-B206-92B33FA60C4D}" srcOrd="0" destOrd="0" presId="urn:microsoft.com/office/officeart/2005/8/layout/process4"/>
    <dgm:cxn modelId="{0B248356-E577-419C-9DFD-4D670F98C281}" type="presParOf" srcId="{8C63946F-0D1E-49B8-B206-92B33FA60C4D}" destId="{0AEC0C00-FF57-4617-B765-47C695CB550B}" srcOrd="0" destOrd="0" presId="urn:microsoft.com/office/officeart/2005/8/layout/process4"/>
    <dgm:cxn modelId="{6E5690A4-91F6-4302-B66E-5B12C053F82F}" type="presParOf" srcId="{8C63946F-0D1E-49B8-B206-92B33FA60C4D}" destId="{E0F15B54-C14C-46CF-A737-C4225A6EBB79}" srcOrd="1" destOrd="0" presId="urn:microsoft.com/office/officeart/2005/8/layout/process4"/>
    <dgm:cxn modelId="{3DFB6442-ADD9-4E55-B645-EC1FB9571BDF}" type="presParOf" srcId="{8C63946F-0D1E-49B8-B206-92B33FA60C4D}" destId="{B152DA30-483F-4522-AEAB-A6FA01960171}" srcOrd="2" destOrd="0" presId="urn:microsoft.com/office/officeart/2005/8/layout/process4"/>
    <dgm:cxn modelId="{7A572D12-831B-4EAF-829B-38694654280E}" type="presParOf" srcId="{B152DA30-483F-4522-AEAB-A6FA01960171}" destId="{E54B984B-053C-48E4-B1F0-B185A026C0F4}" srcOrd="0" destOrd="0" presId="urn:microsoft.com/office/officeart/2005/8/layout/process4"/>
    <dgm:cxn modelId="{76B187B1-C97A-49B2-A88E-090F3F8B1C1F}" type="presParOf" srcId="{B152DA30-483F-4522-AEAB-A6FA01960171}" destId="{C1BDC0EF-0A58-46CF-A24F-E674186F05B6}" srcOrd="1" destOrd="0" presId="urn:microsoft.com/office/officeart/2005/8/layout/process4"/>
    <dgm:cxn modelId="{B6EA001D-06BC-484A-BA35-30D505BF580D}" type="presParOf" srcId="{B152DA30-483F-4522-AEAB-A6FA01960171}" destId="{BFBDE1EA-AC6E-4430-9089-374999457121}" srcOrd="2" destOrd="0" presId="urn:microsoft.com/office/officeart/2005/8/layout/process4"/>
    <dgm:cxn modelId="{E89CBF5E-E204-45BE-95C7-7DEABB89E472}" type="presParOf" srcId="{B152DA30-483F-4522-AEAB-A6FA01960171}" destId="{D4A1D4C9-5485-4C19-8280-47BE44979BD5}" srcOrd="3" destOrd="0" presId="urn:microsoft.com/office/officeart/2005/8/layout/process4"/>
    <dgm:cxn modelId="{D2DE934B-DA74-4417-B1FC-AD037C779AAF}" type="presParOf" srcId="{C6FEE427-9E80-4374-9551-E3BC83B8EB1E}" destId="{443966F7-3886-40BE-8DE1-666AC58E24A3}" srcOrd="1" destOrd="0" presId="urn:microsoft.com/office/officeart/2005/8/layout/process4"/>
    <dgm:cxn modelId="{7EEC1CF6-DE9C-4C4A-8391-EB86B18F22DD}" type="presParOf" srcId="{C6FEE427-9E80-4374-9551-E3BC83B8EB1E}" destId="{FB44164B-FBC8-4712-A23D-8E8CE2D40D54}" srcOrd="2" destOrd="0" presId="urn:microsoft.com/office/officeart/2005/8/layout/process4"/>
    <dgm:cxn modelId="{4FA94EC3-6E0F-4D52-9B43-A7903AF46197}" type="presParOf" srcId="{FB44164B-FBC8-4712-A23D-8E8CE2D40D54}" destId="{C26069D1-D2E3-4A15-8645-DF49D7D491B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572BC2F-B1ED-4F5B-87C8-026F2946EE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8C72508-51CC-498E-B910-60332995C67E}">
      <dgm:prSet/>
      <dgm:spPr/>
      <dgm:t>
        <a:bodyPr/>
        <a:lstStyle/>
        <a:p>
          <a:r>
            <a:rPr lang="en-US" dirty="0"/>
            <a:t>We were to predict next closing price to place the trades, so we have used Supervised learning.</a:t>
          </a:r>
        </a:p>
      </dgm:t>
    </dgm:pt>
    <dgm:pt modelId="{53847BA6-3C92-496E-8AF0-22FF12575D44}" type="parTrans" cxnId="{0A373D54-98E3-4399-B2E1-CEF77A1481B0}">
      <dgm:prSet/>
      <dgm:spPr/>
      <dgm:t>
        <a:bodyPr/>
        <a:lstStyle/>
        <a:p>
          <a:endParaRPr lang="en-US"/>
        </a:p>
      </dgm:t>
    </dgm:pt>
    <dgm:pt modelId="{A315C17A-A786-4BBB-AC27-3ECAD13FC940}" type="sibTrans" cxnId="{0A373D54-98E3-4399-B2E1-CEF77A1481B0}">
      <dgm:prSet/>
      <dgm:spPr/>
      <dgm:t>
        <a:bodyPr/>
        <a:lstStyle/>
        <a:p>
          <a:endParaRPr lang="en-US"/>
        </a:p>
      </dgm:t>
    </dgm:pt>
    <dgm:pt modelId="{5E8F5D2C-44FF-47E1-9B70-4C659049DC4A}">
      <dgm:prSet/>
      <dgm:spPr/>
      <dgm:t>
        <a:bodyPr/>
        <a:lstStyle/>
        <a:p>
          <a:r>
            <a:rPr lang="en-US"/>
            <a:t>Next Close price was predicted using previous open, high, low and close values. </a:t>
          </a:r>
        </a:p>
      </dgm:t>
    </dgm:pt>
    <dgm:pt modelId="{CF530119-D2FF-42D4-B6B7-1ED150076221}" type="parTrans" cxnId="{148EE253-A193-4BA1-BCB0-D2DBF50F2B7B}">
      <dgm:prSet/>
      <dgm:spPr/>
      <dgm:t>
        <a:bodyPr/>
        <a:lstStyle/>
        <a:p>
          <a:endParaRPr lang="en-US"/>
        </a:p>
      </dgm:t>
    </dgm:pt>
    <dgm:pt modelId="{4E6D21CA-FBF3-4E9F-BAF1-4CDD2463EBD3}" type="sibTrans" cxnId="{148EE253-A193-4BA1-BCB0-D2DBF50F2B7B}">
      <dgm:prSet/>
      <dgm:spPr/>
      <dgm:t>
        <a:bodyPr/>
        <a:lstStyle/>
        <a:p>
          <a:endParaRPr lang="en-US"/>
        </a:p>
      </dgm:t>
    </dgm:pt>
    <dgm:pt modelId="{0BACE08E-DC6B-4E66-B63B-54AC465CC405}">
      <dgm:prSet/>
      <dgm:spPr/>
      <dgm:t>
        <a:bodyPr/>
        <a:lstStyle/>
        <a:p>
          <a:r>
            <a:rPr lang="en-US"/>
            <a:t>If predicted close is greater than current close, the trade position will be long. </a:t>
          </a:r>
        </a:p>
      </dgm:t>
    </dgm:pt>
    <dgm:pt modelId="{DDA0238F-DB00-428E-AAAA-FE369F1EE67B}" type="parTrans" cxnId="{D59A71A5-7A32-4147-9B05-6972A152D912}">
      <dgm:prSet/>
      <dgm:spPr/>
      <dgm:t>
        <a:bodyPr/>
        <a:lstStyle/>
        <a:p>
          <a:endParaRPr lang="en-US"/>
        </a:p>
      </dgm:t>
    </dgm:pt>
    <dgm:pt modelId="{920A8F0C-385F-431C-BDFC-9401AB081F3B}" type="sibTrans" cxnId="{D59A71A5-7A32-4147-9B05-6972A152D912}">
      <dgm:prSet/>
      <dgm:spPr/>
      <dgm:t>
        <a:bodyPr/>
        <a:lstStyle/>
        <a:p>
          <a:endParaRPr lang="en-US"/>
        </a:p>
      </dgm:t>
    </dgm:pt>
    <dgm:pt modelId="{616A8EB7-A926-4456-B908-AB4251BEDFE1}">
      <dgm:prSet/>
      <dgm:spPr/>
      <dgm:t>
        <a:bodyPr/>
        <a:lstStyle/>
        <a:p>
          <a:r>
            <a:rPr lang="en-US"/>
            <a:t>If predicted close is less than current close, the trade position will be short.</a:t>
          </a:r>
        </a:p>
      </dgm:t>
    </dgm:pt>
    <dgm:pt modelId="{BB7FFB0C-360F-43AB-81D6-854F8310EA01}" type="parTrans" cxnId="{8B6AB9FD-E968-4274-A72A-9412C721E3F2}">
      <dgm:prSet/>
      <dgm:spPr/>
      <dgm:t>
        <a:bodyPr/>
        <a:lstStyle/>
        <a:p>
          <a:endParaRPr lang="en-US"/>
        </a:p>
      </dgm:t>
    </dgm:pt>
    <dgm:pt modelId="{EE40A52C-AA6F-45F2-BF96-7AD3D5886974}" type="sibTrans" cxnId="{8B6AB9FD-E968-4274-A72A-9412C721E3F2}">
      <dgm:prSet/>
      <dgm:spPr/>
      <dgm:t>
        <a:bodyPr/>
        <a:lstStyle/>
        <a:p>
          <a:endParaRPr lang="en-US"/>
        </a:p>
      </dgm:t>
    </dgm:pt>
    <dgm:pt modelId="{FAEC148F-D7BD-486F-80FA-4C39BBB371E0}" type="pres">
      <dgm:prSet presAssocID="{9572BC2F-B1ED-4F5B-87C8-026F2946EE2D}" presName="root" presStyleCnt="0">
        <dgm:presLayoutVars>
          <dgm:dir/>
          <dgm:resizeHandles val="exact"/>
        </dgm:presLayoutVars>
      </dgm:prSet>
      <dgm:spPr/>
    </dgm:pt>
    <dgm:pt modelId="{41F19B52-8EB1-4FA4-AAF1-CF3F15268107}" type="pres">
      <dgm:prSet presAssocID="{78C72508-51CC-498E-B910-60332995C67E}" presName="compNode" presStyleCnt="0"/>
      <dgm:spPr/>
    </dgm:pt>
    <dgm:pt modelId="{7ABBBA1A-B570-4F2B-BE02-EE3E7248B8B6}" type="pres">
      <dgm:prSet presAssocID="{78C72508-51CC-498E-B910-60332995C67E}" presName="bgRect" presStyleLbl="bgShp" presStyleIdx="0" presStyleCnt="4"/>
      <dgm:spPr/>
    </dgm:pt>
    <dgm:pt modelId="{92FF70C5-6028-4979-B65F-AD977A84C2F0}" type="pres">
      <dgm:prSet presAssocID="{78C72508-51CC-498E-B910-60332995C6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6BF1A2C5-C926-45BC-A35D-818757A7204A}" type="pres">
      <dgm:prSet presAssocID="{78C72508-51CC-498E-B910-60332995C67E}" presName="spaceRect" presStyleCnt="0"/>
      <dgm:spPr/>
    </dgm:pt>
    <dgm:pt modelId="{231B6CA3-9839-44F6-B600-C39CC0C2A7ED}" type="pres">
      <dgm:prSet presAssocID="{78C72508-51CC-498E-B910-60332995C67E}" presName="parTx" presStyleLbl="revTx" presStyleIdx="0" presStyleCnt="4">
        <dgm:presLayoutVars>
          <dgm:chMax val="0"/>
          <dgm:chPref val="0"/>
        </dgm:presLayoutVars>
      </dgm:prSet>
      <dgm:spPr/>
    </dgm:pt>
    <dgm:pt modelId="{E855A5E1-5049-49C8-8228-F19A200B509C}" type="pres">
      <dgm:prSet presAssocID="{A315C17A-A786-4BBB-AC27-3ECAD13FC940}" presName="sibTrans" presStyleCnt="0"/>
      <dgm:spPr/>
    </dgm:pt>
    <dgm:pt modelId="{69FC08D2-7BFA-424A-8D72-3C471136CAA4}" type="pres">
      <dgm:prSet presAssocID="{5E8F5D2C-44FF-47E1-9B70-4C659049DC4A}" presName="compNode" presStyleCnt="0"/>
      <dgm:spPr/>
    </dgm:pt>
    <dgm:pt modelId="{E06405BC-BD4D-4377-BDF5-65EFC1D0BB19}" type="pres">
      <dgm:prSet presAssocID="{5E8F5D2C-44FF-47E1-9B70-4C659049DC4A}" presName="bgRect" presStyleLbl="bgShp" presStyleIdx="1" presStyleCnt="4"/>
      <dgm:spPr/>
    </dgm:pt>
    <dgm:pt modelId="{124FF71A-64E7-4995-8DC8-314F7A0C15F9}" type="pres">
      <dgm:prSet presAssocID="{5E8F5D2C-44FF-47E1-9B70-4C659049DC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ginning"/>
        </a:ext>
      </dgm:extLst>
    </dgm:pt>
    <dgm:pt modelId="{2A1D9FFD-3516-470C-9E8E-BC49B69C2341}" type="pres">
      <dgm:prSet presAssocID="{5E8F5D2C-44FF-47E1-9B70-4C659049DC4A}" presName="spaceRect" presStyleCnt="0"/>
      <dgm:spPr/>
    </dgm:pt>
    <dgm:pt modelId="{C8062F24-3C1C-40B3-A173-74A8FEA8A6DD}" type="pres">
      <dgm:prSet presAssocID="{5E8F5D2C-44FF-47E1-9B70-4C659049DC4A}" presName="parTx" presStyleLbl="revTx" presStyleIdx="1" presStyleCnt="4">
        <dgm:presLayoutVars>
          <dgm:chMax val="0"/>
          <dgm:chPref val="0"/>
        </dgm:presLayoutVars>
      </dgm:prSet>
      <dgm:spPr/>
    </dgm:pt>
    <dgm:pt modelId="{C1F2731A-FD46-46DA-8C1D-8E4BAE22FC2F}" type="pres">
      <dgm:prSet presAssocID="{4E6D21CA-FBF3-4E9F-BAF1-4CDD2463EBD3}" presName="sibTrans" presStyleCnt="0"/>
      <dgm:spPr/>
    </dgm:pt>
    <dgm:pt modelId="{534D1653-EE71-45B0-8E99-406C68AE2046}" type="pres">
      <dgm:prSet presAssocID="{0BACE08E-DC6B-4E66-B63B-54AC465CC405}" presName="compNode" presStyleCnt="0"/>
      <dgm:spPr/>
    </dgm:pt>
    <dgm:pt modelId="{D281EB0D-1DD8-401D-A5E5-999F095ED3FD}" type="pres">
      <dgm:prSet presAssocID="{0BACE08E-DC6B-4E66-B63B-54AC465CC405}" presName="bgRect" presStyleLbl="bgShp" presStyleIdx="2" presStyleCnt="4"/>
      <dgm:spPr/>
    </dgm:pt>
    <dgm:pt modelId="{7C86EBC0-7756-462B-9140-4C20E06EA4BC}" type="pres">
      <dgm:prSet presAssocID="{0BACE08E-DC6B-4E66-B63B-54AC465CC4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BC5B389-BE09-42A5-8523-041E7A9E9CCB}" type="pres">
      <dgm:prSet presAssocID="{0BACE08E-DC6B-4E66-B63B-54AC465CC405}" presName="spaceRect" presStyleCnt="0"/>
      <dgm:spPr/>
    </dgm:pt>
    <dgm:pt modelId="{33BB603B-C93F-4D13-8F43-A3D004001769}" type="pres">
      <dgm:prSet presAssocID="{0BACE08E-DC6B-4E66-B63B-54AC465CC405}" presName="parTx" presStyleLbl="revTx" presStyleIdx="2" presStyleCnt="4">
        <dgm:presLayoutVars>
          <dgm:chMax val="0"/>
          <dgm:chPref val="0"/>
        </dgm:presLayoutVars>
      </dgm:prSet>
      <dgm:spPr/>
    </dgm:pt>
    <dgm:pt modelId="{E787C917-DED6-4467-A804-FE941D9D1CFC}" type="pres">
      <dgm:prSet presAssocID="{920A8F0C-385F-431C-BDFC-9401AB081F3B}" presName="sibTrans" presStyleCnt="0"/>
      <dgm:spPr/>
    </dgm:pt>
    <dgm:pt modelId="{68A42F21-B37B-43A2-AB91-95FC4B027272}" type="pres">
      <dgm:prSet presAssocID="{616A8EB7-A926-4456-B908-AB4251BEDFE1}" presName="compNode" presStyleCnt="0"/>
      <dgm:spPr/>
    </dgm:pt>
    <dgm:pt modelId="{B6BB418C-5819-4A12-A62F-70AA060D6956}" type="pres">
      <dgm:prSet presAssocID="{616A8EB7-A926-4456-B908-AB4251BEDFE1}" presName="bgRect" presStyleLbl="bgShp" presStyleIdx="3" presStyleCnt="4"/>
      <dgm:spPr/>
    </dgm:pt>
    <dgm:pt modelId="{1E6F759F-3AB8-4CC8-A249-54C15970F3EE}" type="pres">
      <dgm:prSet presAssocID="{616A8EB7-A926-4456-B908-AB4251BEDFE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8B85433D-080A-4967-85EB-73802313FD51}" type="pres">
      <dgm:prSet presAssocID="{616A8EB7-A926-4456-B908-AB4251BEDFE1}" presName="spaceRect" presStyleCnt="0"/>
      <dgm:spPr/>
    </dgm:pt>
    <dgm:pt modelId="{B040A4F5-B6E1-4BA7-A8AE-3CCB0969C7D4}" type="pres">
      <dgm:prSet presAssocID="{616A8EB7-A926-4456-B908-AB4251BEDFE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37ED034-92F9-45D5-821F-2B7F7AD1EFA2}" type="presOf" srcId="{616A8EB7-A926-4456-B908-AB4251BEDFE1}" destId="{B040A4F5-B6E1-4BA7-A8AE-3CCB0969C7D4}" srcOrd="0" destOrd="0" presId="urn:microsoft.com/office/officeart/2018/2/layout/IconVerticalSolidList"/>
    <dgm:cxn modelId="{A9149735-AEC7-4323-A40D-C5C7BAB05376}" type="presOf" srcId="{78C72508-51CC-498E-B910-60332995C67E}" destId="{231B6CA3-9839-44F6-B600-C39CC0C2A7ED}" srcOrd="0" destOrd="0" presId="urn:microsoft.com/office/officeart/2018/2/layout/IconVerticalSolidList"/>
    <dgm:cxn modelId="{28722465-36B2-4320-A4EB-19AC678C9307}" type="presOf" srcId="{0BACE08E-DC6B-4E66-B63B-54AC465CC405}" destId="{33BB603B-C93F-4D13-8F43-A3D004001769}" srcOrd="0" destOrd="0" presId="urn:microsoft.com/office/officeart/2018/2/layout/IconVerticalSolidList"/>
    <dgm:cxn modelId="{148EE253-A193-4BA1-BCB0-D2DBF50F2B7B}" srcId="{9572BC2F-B1ED-4F5B-87C8-026F2946EE2D}" destId="{5E8F5D2C-44FF-47E1-9B70-4C659049DC4A}" srcOrd="1" destOrd="0" parTransId="{CF530119-D2FF-42D4-B6B7-1ED150076221}" sibTransId="{4E6D21CA-FBF3-4E9F-BAF1-4CDD2463EBD3}"/>
    <dgm:cxn modelId="{0A373D54-98E3-4399-B2E1-CEF77A1481B0}" srcId="{9572BC2F-B1ED-4F5B-87C8-026F2946EE2D}" destId="{78C72508-51CC-498E-B910-60332995C67E}" srcOrd="0" destOrd="0" parTransId="{53847BA6-3C92-496E-8AF0-22FF12575D44}" sibTransId="{A315C17A-A786-4BBB-AC27-3ECAD13FC940}"/>
    <dgm:cxn modelId="{D59A71A5-7A32-4147-9B05-6972A152D912}" srcId="{9572BC2F-B1ED-4F5B-87C8-026F2946EE2D}" destId="{0BACE08E-DC6B-4E66-B63B-54AC465CC405}" srcOrd="2" destOrd="0" parTransId="{DDA0238F-DB00-428E-AAAA-FE369F1EE67B}" sibTransId="{920A8F0C-385F-431C-BDFC-9401AB081F3B}"/>
    <dgm:cxn modelId="{925851CD-E23E-4762-B677-5DB3EF5ADABC}" type="presOf" srcId="{9572BC2F-B1ED-4F5B-87C8-026F2946EE2D}" destId="{FAEC148F-D7BD-486F-80FA-4C39BBB371E0}" srcOrd="0" destOrd="0" presId="urn:microsoft.com/office/officeart/2018/2/layout/IconVerticalSolidList"/>
    <dgm:cxn modelId="{287B82D7-9DC4-471A-BC2B-EE6A0FBFD50F}" type="presOf" srcId="{5E8F5D2C-44FF-47E1-9B70-4C659049DC4A}" destId="{C8062F24-3C1C-40B3-A173-74A8FEA8A6DD}" srcOrd="0" destOrd="0" presId="urn:microsoft.com/office/officeart/2018/2/layout/IconVerticalSolidList"/>
    <dgm:cxn modelId="{8B6AB9FD-E968-4274-A72A-9412C721E3F2}" srcId="{9572BC2F-B1ED-4F5B-87C8-026F2946EE2D}" destId="{616A8EB7-A926-4456-B908-AB4251BEDFE1}" srcOrd="3" destOrd="0" parTransId="{BB7FFB0C-360F-43AB-81D6-854F8310EA01}" sibTransId="{EE40A52C-AA6F-45F2-BF96-7AD3D5886974}"/>
    <dgm:cxn modelId="{22EFD9D9-443E-48A0-8F11-7598BC87262A}" type="presParOf" srcId="{FAEC148F-D7BD-486F-80FA-4C39BBB371E0}" destId="{41F19B52-8EB1-4FA4-AAF1-CF3F15268107}" srcOrd="0" destOrd="0" presId="urn:microsoft.com/office/officeart/2018/2/layout/IconVerticalSolidList"/>
    <dgm:cxn modelId="{25941B8C-1EE5-43B1-AD38-46FCD7014783}" type="presParOf" srcId="{41F19B52-8EB1-4FA4-AAF1-CF3F15268107}" destId="{7ABBBA1A-B570-4F2B-BE02-EE3E7248B8B6}" srcOrd="0" destOrd="0" presId="urn:microsoft.com/office/officeart/2018/2/layout/IconVerticalSolidList"/>
    <dgm:cxn modelId="{A9CD4E9E-9912-4D12-9258-35FCB885778D}" type="presParOf" srcId="{41F19B52-8EB1-4FA4-AAF1-CF3F15268107}" destId="{92FF70C5-6028-4979-B65F-AD977A84C2F0}" srcOrd="1" destOrd="0" presId="urn:microsoft.com/office/officeart/2018/2/layout/IconVerticalSolidList"/>
    <dgm:cxn modelId="{9CECB795-8594-44B5-9FD8-CF445BB53AA2}" type="presParOf" srcId="{41F19B52-8EB1-4FA4-AAF1-CF3F15268107}" destId="{6BF1A2C5-C926-45BC-A35D-818757A7204A}" srcOrd="2" destOrd="0" presId="urn:microsoft.com/office/officeart/2018/2/layout/IconVerticalSolidList"/>
    <dgm:cxn modelId="{F4F26359-88CA-4001-85D5-DE05719F5BBC}" type="presParOf" srcId="{41F19B52-8EB1-4FA4-AAF1-CF3F15268107}" destId="{231B6CA3-9839-44F6-B600-C39CC0C2A7ED}" srcOrd="3" destOrd="0" presId="urn:microsoft.com/office/officeart/2018/2/layout/IconVerticalSolidList"/>
    <dgm:cxn modelId="{BD0B5803-8F88-41C1-9B6A-4E1932BA2C73}" type="presParOf" srcId="{FAEC148F-D7BD-486F-80FA-4C39BBB371E0}" destId="{E855A5E1-5049-49C8-8228-F19A200B509C}" srcOrd="1" destOrd="0" presId="urn:microsoft.com/office/officeart/2018/2/layout/IconVerticalSolidList"/>
    <dgm:cxn modelId="{4FFBDDED-BF3B-4997-A79F-211548C45366}" type="presParOf" srcId="{FAEC148F-D7BD-486F-80FA-4C39BBB371E0}" destId="{69FC08D2-7BFA-424A-8D72-3C471136CAA4}" srcOrd="2" destOrd="0" presId="urn:microsoft.com/office/officeart/2018/2/layout/IconVerticalSolidList"/>
    <dgm:cxn modelId="{50F5CCB9-604B-43C5-A5D8-6EBE0E66FC2A}" type="presParOf" srcId="{69FC08D2-7BFA-424A-8D72-3C471136CAA4}" destId="{E06405BC-BD4D-4377-BDF5-65EFC1D0BB19}" srcOrd="0" destOrd="0" presId="urn:microsoft.com/office/officeart/2018/2/layout/IconVerticalSolidList"/>
    <dgm:cxn modelId="{92B60FAA-4C0B-4049-871A-49417CD072FF}" type="presParOf" srcId="{69FC08D2-7BFA-424A-8D72-3C471136CAA4}" destId="{124FF71A-64E7-4995-8DC8-314F7A0C15F9}" srcOrd="1" destOrd="0" presId="urn:microsoft.com/office/officeart/2018/2/layout/IconVerticalSolidList"/>
    <dgm:cxn modelId="{AA0B7B5D-C12E-4727-83CF-94E8A305E0F2}" type="presParOf" srcId="{69FC08D2-7BFA-424A-8D72-3C471136CAA4}" destId="{2A1D9FFD-3516-470C-9E8E-BC49B69C2341}" srcOrd="2" destOrd="0" presId="urn:microsoft.com/office/officeart/2018/2/layout/IconVerticalSolidList"/>
    <dgm:cxn modelId="{E189D13D-BFC3-4EB7-BEB4-F6E9E4AB94A7}" type="presParOf" srcId="{69FC08D2-7BFA-424A-8D72-3C471136CAA4}" destId="{C8062F24-3C1C-40B3-A173-74A8FEA8A6DD}" srcOrd="3" destOrd="0" presId="urn:microsoft.com/office/officeart/2018/2/layout/IconVerticalSolidList"/>
    <dgm:cxn modelId="{61488AB3-7B17-4E43-8C10-0B8FC62B3939}" type="presParOf" srcId="{FAEC148F-D7BD-486F-80FA-4C39BBB371E0}" destId="{C1F2731A-FD46-46DA-8C1D-8E4BAE22FC2F}" srcOrd="3" destOrd="0" presId="urn:microsoft.com/office/officeart/2018/2/layout/IconVerticalSolidList"/>
    <dgm:cxn modelId="{456FFC62-A584-4EE7-89BC-03E41FE21043}" type="presParOf" srcId="{FAEC148F-D7BD-486F-80FA-4C39BBB371E0}" destId="{534D1653-EE71-45B0-8E99-406C68AE2046}" srcOrd="4" destOrd="0" presId="urn:microsoft.com/office/officeart/2018/2/layout/IconVerticalSolidList"/>
    <dgm:cxn modelId="{C41272CF-D435-4BC5-AEA2-1AAD4B2F520B}" type="presParOf" srcId="{534D1653-EE71-45B0-8E99-406C68AE2046}" destId="{D281EB0D-1DD8-401D-A5E5-999F095ED3FD}" srcOrd="0" destOrd="0" presId="urn:microsoft.com/office/officeart/2018/2/layout/IconVerticalSolidList"/>
    <dgm:cxn modelId="{5546C865-4950-4E4F-AFEA-BB70FD14EB7C}" type="presParOf" srcId="{534D1653-EE71-45B0-8E99-406C68AE2046}" destId="{7C86EBC0-7756-462B-9140-4C20E06EA4BC}" srcOrd="1" destOrd="0" presId="urn:microsoft.com/office/officeart/2018/2/layout/IconVerticalSolidList"/>
    <dgm:cxn modelId="{BBBFA024-643F-4F9C-8AEC-A69242462706}" type="presParOf" srcId="{534D1653-EE71-45B0-8E99-406C68AE2046}" destId="{DBC5B389-BE09-42A5-8523-041E7A9E9CCB}" srcOrd="2" destOrd="0" presId="urn:microsoft.com/office/officeart/2018/2/layout/IconVerticalSolidList"/>
    <dgm:cxn modelId="{FDB881E9-4044-4248-A6F8-51941621F413}" type="presParOf" srcId="{534D1653-EE71-45B0-8E99-406C68AE2046}" destId="{33BB603B-C93F-4D13-8F43-A3D004001769}" srcOrd="3" destOrd="0" presId="urn:microsoft.com/office/officeart/2018/2/layout/IconVerticalSolidList"/>
    <dgm:cxn modelId="{88B5C725-0DEB-41BD-972F-6C66A4570156}" type="presParOf" srcId="{FAEC148F-D7BD-486F-80FA-4C39BBB371E0}" destId="{E787C917-DED6-4467-A804-FE941D9D1CFC}" srcOrd="5" destOrd="0" presId="urn:microsoft.com/office/officeart/2018/2/layout/IconVerticalSolidList"/>
    <dgm:cxn modelId="{10637023-9F13-4EA3-AE6A-9AEAB7F05A71}" type="presParOf" srcId="{FAEC148F-D7BD-486F-80FA-4C39BBB371E0}" destId="{68A42F21-B37B-43A2-AB91-95FC4B027272}" srcOrd="6" destOrd="0" presId="urn:microsoft.com/office/officeart/2018/2/layout/IconVerticalSolidList"/>
    <dgm:cxn modelId="{F8C2D994-BB70-4667-A816-D0EFAC2055B0}" type="presParOf" srcId="{68A42F21-B37B-43A2-AB91-95FC4B027272}" destId="{B6BB418C-5819-4A12-A62F-70AA060D6956}" srcOrd="0" destOrd="0" presId="urn:microsoft.com/office/officeart/2018/2/layout/IconVerticalSolidList"/>
    <dgm:cxn modelId="{64A41EBC-1E94-4F90-96F8-9B0CD8916083}" type="presParOf" srcId="{68A42F21-B37B-43A2-AB91-95FC4B027272}" destId="{1E6F759F-3AB8-4CC8-A249-54C15970F3EE}" srcOrd="1" destOrd="0" presId="urn:microsoft.com/office/officeart/2018/2/layout/IconVerticalSolidList"/>
    <dgm:cxn modelId="{E59A6555-5A9A-4BE9-A9EF-00B575C59787}" type="presParOf" srcId="{68A42F21-B37B-43A2-AB91-95FC4B027272}" destId="{8B85433D-080A-4967-85EB-73802313FD51}" srcOrd="2" destOrd="0" presId="urn:microsoft.com/office/officeart/2018/2/layout/IconVerticalSolidList"/>
    <dgm:cxn modelId="{B42BD552-89C5-47DC-B913-F206C6E41710}" type="presParOf" srcId="{68A42F21-B37B-43A2-AB91-95FC4B027272}" destId="{B040A4F5-B6E1-4BA7-A8AE-3CCB0969C7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E4C9746-DB41-4A71-949B-B6F9884CFDB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D2C8104-6E8C-47C3-BBF6-878B12BDC83C}">
      <dgm:prSet/>
      <dgm:spPr/>
      <dgm:t>
        <a:bodyPr/>
        <a:lstStyle/>
        <a:p>
          <a:pPr>
            <a:defRPr cap="all"/>
          </a:pPr>
          <a:r>
            <a:rPr lang="en-US"/>
            <a:t>The optimized strategy was implemented on the Binance Testnet.</a:t>
          </a:r>
        </a:p>
      </dgm:t>
    </dgm:pt>
    <dgm:pt modelId="{557A5284-4A44-4FC2-A8A0-04234CB8C533}" type="parTrans" cxnId="{68BF4E13-31DD-4C30-A2B4-FBA224D7F983}">
      <dgm:prSet/>
      <dgm:spPr/>
      <dgm:t>
        <a:bodyPr/>
        <a:lstStyle/>
        <a:p>
          <a:endParaRPr lang="en-US"/>
        </a:p>
      </dgm:t>
    </dgm:pt>
    <dgm:pt modelId="{E513305C-4680-48E9-8055-792A61B74597}" type="sibTrans" cxnId="{68BF4E13-31DD-4C30-A2B4-FBA224D7F983}">
      <dgm:prSet/>
      <dgm:spPr/>
      <dgm:t>
        <a:bodyPr/>
        <a:lstStyle/>
        <a:p>
          <a:endParaRPr lang="en-US"/>
        </a:p>
      </dgm:t>
    </dgm:pt>
    <dgm:pt modelId="{96B30C0C-EFC2-4FE5-A887-A918E68A91C5}">
      <dgm:prSet/>
      <dgm:spPr/>
      <dgm:t>
        <a:bodyPr/>
        <a:lstStyle/>
        <a:p>
          <a:pPr>
            <a:defRPr cap="all"/>
          </a:pPr>
          <a:r>
            <a:rPr lang="en-US"/>
            <a:t>This allowed for real-time testing in a simulated environment.</a:t>
          </a:r>
        </a:p>
      </dgm:t>
    </dgm:pt>
    <dgm:pt modelId="{57609488-74DA-4F3B-AFE9-D1E25B01A947}" type="parTrans" cxnId="{95AC6649-56FA-4D6A-BBF7-E96121F79B10}">
      <dgm:prSet/>
      <dgm:spPr/>
      <dgm:t>
        <a:bodyPr/>
        <a:lstStyle/>
        <a:p>
          <a:endParaRPr lang="en-US"/>
        </a:p>
      </dgm:t>
    </dgm:pt>
    <dgm:pt modelId="{0122FD45-736A-4AC5-B81F-F082B5C52A71}" type="sibTrans" cxnId="{95AC6649-56FA-4D6A-BBF7-E96121F79B10}">
      <dgm:prSet/>
      <dgm:spPr/>
      <dgm:t>
        <a:bodyPr/>
        <a:lstStyle/>
        <a:p>
          <a:endParaRPr lang="en-US"/>
        </a:p>
      </dgm:t>
    </dgm:pt>
    <dgm:pt modelId="{24889635-8811-441A-ACCB-7168709415BC}" type="pres">
      <dgm:prSet presAssocID="{FE4C9746-DB41-4A71-949B-B6F9884CFDB7}" presName="root" presStyleCnt="0">
        <dgm:presLayoutVars>
          <dgm:dir/>
          <dgm:resizeHandles val="exact"/>
        </dgm:presLayoutVars>
      </dgm:prSet>
      <dgm:spPr/>
    </dgm:pt>
    <dgm:pt modelId="{F48268D5-0824-4B37-AF3F-9AD36B212904}" type="pres">
      <dgm:prSet presAssocID="{AD2C8104-6E8C-47C3-BBF6-878B12BDC83C}" presName="compNode" presStyleCnt="0"/>
      <dgm:spPr/>
    </dgm:pt>
    <dgm:pt modelId="{BA5F00F8-C1A2-4743-94B7-FD9FC320E053}" type="pres">
      <dgm:prSet presAssocID="{AD2C8104-6E8C-47C3-BBF6-878B12BDC83C}" presName="iconBgRect" presStyleLbl="bgShp" presStyleIdx="0" presStyleCnt="2"/>
      <dgm:spPr/>
    </dgm:pt>
    <dgm:pt modelId="{D8407FCA-5F68-4F03-BBE8-86A47D4B94E9}" type="pres">
      <dgm:prSet presAssocID="{AD2C8104-6E8C-47C3-BBF6-878B12BDC8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4E448AE-C28C-468C-B6AD-9431153E1CDA}" type="pres">
      <dgm:prSet presAssocID="{AD2C8104-6E8C-47C3-BBF6-878B12BDC83C}" presName="spaceRect" presStyleCnt="0"/>
      <dgm:spPr/>
    </dgm:pt>
    <dgm:pt modelId="{32E0FFBF-61E6-470B-9F2B-AD0C937DD5D2}" type="pres">
      <dgm:prSet presAssocID="{AD2C8104-6E8C-47C3-BBF6-878B12BDC83C}" presName="textRect" presStyleLbl="revTx" presStyleIdx="0" presStyleCnt="2">
        <dgm:presLayoutVars>
          <dgm:chMax val="1"/>
          <dgm:chPref val="1"/>
        </dgm:presLayoutVars>
      </dgm:prSet>
      <dgm:spPr/>
    </dgm:pt>
    <dgm:pt modelId="{765A1245-35D2-4446-9543-B9D5348EDC1B}" type="pres">
      <dgm:prSet presAssocID="{E513305C-4680-48E9-8055-792A61B74597}" presName="sibTrans" presStyleCnt="0"/>
      <dgm:spPr/>
    </dgm:pt>
    <dgm:pt modelId="{3B5F3BB3-978B-4F06-9CF6-1DA3DA152D70}" type="pres">
      <dgm:prSet presAssocID="{96B30C0C-EFC2-4FE5-A887-A918E68A91C5}" presName="compNode" presStyleCnt="0"/>
      <dgm:spPr/>
    </dgm:pt>
    <dgm:pt modelId="{20C99C77-05B4-4638-A6C3-BFF32B0D9459}" type="pres">
      <dgm:prSet presAssocID="{96B30C0C-EFC2-4FE5-A887-A918E68A91C5}" presName="iconBgRect" presStyleLbl="bgShp" presStyleIdx="1" presStyleCnt="2"/>
      <dgm:spPr/>
    </dgm:pt>
    <dgm:pt modelId="{72D053A4-C694-4634-A9BB-BD6F538B2936}" type="pres">
      <dgm:prSet presAssocID="{96B30C0C-EFC2-4FE5-A887-A918E68A91C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5AB34520-A67D-442A-BFAD-81B1F3C9BFD3}" type="pres">
      <dgm:prSet presAssocID="{96B30C0C-EFC2-4FE5-A887-A918E68A91C5}" presName="spaceRect" presStyleCnt="0"/>
      <dgm:spPr/>
    </dgm:pt>
    <dgm:pt modelId="{F3A45C10-F38B-41AA-8995-5CA4DFD30A2B}" type="pres">
      <dgm:prSet presAssocID="{96B30C0C-EFC2-4FE5-A887-A918E68A91C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8BF4E13-31DD-4C30-A2B4-FBA224D7F983}" srcId="{FE4C9746-DB41-4A71-949B-B6F9884CFDB7}" destId="{AD2C8104-6E8C-47C3-BBF6-878B12BDC83C}" srcOrd="0" destOrd="0" parTransId="{557A5284-4A44-4FC2-A8A0-04234CB8C533}" sibTransId="{E513305C-4680-48E9-8055-792A61B74597}"/>
    <dgm:cxn modelId="{4244803E-316C-4A61-8340-B128A7343C3A}" type="presOf" srcId="{96B30C0C-EFC2-4FE5-A887-A918E68A91C5}" destId="{F3A45C10-F38B-41AA-8995-5CA4DFD30A2B}" srcOrd="0" destOrd="0" presId="urn:microsoft.com/office/officeart/2018/5/layout/IconCircleLabelList"/>
    <dgm:cxn modelId="{95AC6649-56FA-4D6A-BBF7-E96121F79B10}" srcId="{FE4C9746-DB41-4A71-949B-B6F9884CFDB7}" destId="{96B30C0C-EFC2-4FE5-A887-A918E68A91C5}" srcOrd="1" destOrd="0" parTransId="{57609488-74DA-4F3B-AFE9-D1E25B01A947}" sibTransId="{0122FD45-736A-4AC5-B81F-F082B5C52A71}"/>
    <dgm:cxn modelId="{3F0C6697-9558-4C67-9CD4-A0FC406B8851}" type="presOf" srcId="{AD2C8104-6E8C-47C3-BBF6-878B12BDC83C}" destId="{32E0FFBF-61E6-470B-9F2B-AD0C937DD5D2}" srcOrd="0" destOrd="0" presId="urn:microsoft.com/office/officeart/2018/5/layout/IconCircleLabelList"/>
    <dgm:cxn modelId="{799656E7-2BE3-45C0-85BA-51E151EFF449}" type="presOf" srcId="{FE4C9746-DB41-4A71-949B-B6F9884CFDB7}" destId="{24889635-8811-441A-ACCB-7168709415BC}" srcOrd="0" destOrd="0" presId="urn:microsoft.com/office/officeart/2018/5/layout/IconCircleLabelList"/>
    <dgm:cxn modelId="{936C5B86-8C9C-4FF3-BF78-FBB0DE393661}" type="presParOf" srcId="{24889635-8811-441A-ACCB-7168709415BC}" destId="{F48268D5-0824-4B37-AF3F-9AD36B212904}" srcOrd="0" destOrd="0" presId="urn:microsoft.com/office/officeart/2018/5/layout/IconCircleLabelList"/>
    <dgm:cxn modelId="{D6DDBD23-5AF4-4E83-BA9C-BCEB22EBB6A6}" type="presParOf" srcId="{F48268D5-0824-4B37-AF3F-9AD36B212904}" destId="{BA5F00F8-C1A2-4743-94B7-FD9FC320E053}" srcOrd="0" destOrd="0" presId="urn:microsoft.com/office/officeart/2018/5/layout/IconCircleLabelList"/>
    <dgm:cxn modelId="{C1270FA0-BFB5-4C87-BCC2-C9E5D9297579}" type="presParOf" srcId="{F48268D5-0824-4B37-AF3F-9AD36B212904}" destId="{D8407FCA-5F68-4F03-BBE8-86A47D4B94E9}" srcOrd="1" destOrd="0" presId="urn:microsoft.com/office/officeart/2018/5/layout/IconCircleLabelList"/>
    <dgm:cxn modelId="{1264C45A-8C7E-4736-8FBB-C4BBC5D92DB6}" type="presParOf" srcId="{F48268D5-0824-4B37-AF3F-9AD36B212904}" destId="{C4E448AE-C28C-468C-B6AD-9431153E1CDA}" srcOrd="2" destOrd="0" presId="urn:microsoft.com/office/officeart/2018/5/layout/IconCircleLabelList"/>
    <dgm:cxn modelId="{4212EE02-6545-4C4F-A8FB-D145BBDF8ECA}" type="presParOf" srcId="{F48268D5-0824-4B37-AF3F-9AD36B212904}" destId="{32E0FFBF-61E6-470B-9F2B-AD0C937DD5D2}" srcOrd="3" destOrd="0" presId="urn:microsoft.com/office/officeart/2018/5/layout/IconCircleLabelList"/>
    <dgm:cxn modelId="{F3F01EE9-7D05-4A3E-9D33-D03517E97747}" type="presParOf" srcId="{24889635-8811-441A-ACCB-7168709415BC}" destId="{765A1245-35D2-4446-9543-B9D5348EDC1B}" srcOrd="1" destOrd="0" presId="urn:microsoft.com/office/officeart/2018/5/layout/IconCircleLabelList"/>
    <dgm:cxn modelId="{1E725F37-FF6C-4D8D-9D2D-C70DEE6B500B}" type="presParOf" srcId="{24889635-8811-441A-ACCB-7168709415BC}" destId="{3B5F3BB3-978B-4F06-9CF6-1DA3DA152D70}" srcOrd="2" destOrd="0" presId="urn:microsoft.com/office/officeart/2018/5/layout/IconCircleLabelList"/>
    <dgm:cxn modelId="{CAD7F741-7087-4151-85B4-71752AD1C500}" type="presParOf" srcId="{3B5F3BB3-978B-4F06-9CF6-1DA3DA152D70}" destId="{20C99C77-05B4-4638-A6C3-BFF32B0D9459}" srcOrd="0" destOrd="0" presId="urn:microsoft.com/office/officeart/2018/5/layout/IconCircleLabelList"/>
    <dgm:cxn modelId="{3ABB1BC3-5489-4405-B543-4EDF39735C67}" type="presParOf" srcId="{3B5F3BB3-978B-4F06-9CF6-1DA3DA152D70}" destId="{72D053A4-C694-4634-A9BB-BD6F538B2936}" srcOrd="1" destOrd="0" presId="urn:microsoft.com/office/officeart/2018/5/layout/IconCircleLabelList"/>
    <dgm:cxn modelId="{B47ADCE4-D1FE-4D0F-945E-02C5C329522B}" type="presParOf" srcId="{3B5F3BB3-978B-4F06-9CF6-1DA3DA152D70}" destId="{5AB34520-A67D-442A-BFAD-81B1F3C9BFD3}" srcOrd="2" destOrd="0" presId="urn:microsoft.com/office/officeart/2018/5/layout/IconCircleLabelList"/>
    <dgm:cxn modelId="{56D8DCFC-40DB-419C-9DC9-E4C7D7F0CE25}" type="presParOf" srcId="{3B5F3BB3-978B-4F06-9CF6-1DA3DA152D70}" destId="{F3A45C10-F38B-41AA-8995-5CA4DFD30A2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0586463-30DE-4879-AF70-81B3AFF05A3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1B7FF8B-33C2-445E-9F58-80FD7098016D}">
      <dgm:prSet/>
      <dgm:spPr/>
      <dgm:t>
        <a:bodyPr/>
        <a:lstStyle/>
        <a:p>
          <a:r>
            <a:rPr lang="en-US"/>
            <a:t>After opening a trade, the bot continuously monitors the market.</a:t>
          </a:r>
        </a:p>
      </dgm:t>
    </dgm:pt>
    <dgm:pt modelId="{46EB93D2-4517-43B6-AB98-EDD324D7CB6A}" type="parTrans" cxnId="{050D3020-05C7-4D20-84BB-A65AC567E97C}">
      <dgm:prSet/>
      <dgm:spPr/>
      <dgm:t>
        <a:bodyPr/>
        <a:lstStyle/>
        <a:p>
          <a:endParaRPr lang="en-US"/>
        </a:p>
      </dgm:t>
    </dgm:pt>
    <dgm:pt modelId="{20B920C4-32A6-4B9D-9FAD-8FC0E1661408}" type="sibTrans" cxnId="{050D3020-05C7-4D20-84BB-A65AC567E97C}">
      <dgm:prSet/>
      <dgm:spPr/>
      <dgm:t>
        <a:bodyPr/>
        <a:lstStyle/>
        <a:p>
          <a:endParaRPr lang="en-US"/>
        </a:p>
      </dgm:t>
    </dgm:pt>
    <dgm:pt modelId="{99901619-9FE2-43C8-A1D8-967C9FE018CF}">
      <dgm:prSet/>
      <dgm:spPr/>
      <dgm:t>
        <a:bodyPr/>
        <a:lstStyle/>
        <a:p>
          <a:r>
            <a:rPr lang="en-US"/>
            <a:t>If the indicators change, the bot may adjust the trade or close it.</a:t>
          </a:r>
        </a:p>
      </dgm:t>
    </dgm:pt>
    <dgm:pt modelId="{AFFF4FBC-2A57-493D-AA30-4649D48EA961}" type="parTrans" cxnId="{1DDCEC2A-9FD3-45DD-99EF-42A238019177}">
      <dgm:prSet/>
      <dgm:spPr/>
      <dgm:t>
        <a:bodyPr/>
        <a:lstStyle/>
        <a:p>
          <a:endParaRPr lang="en-US"/>
        </a:p>
      </dgm:t>
    </dgm:pt>
    <dgm:pt modelId="{0ECD544A-AD82-42D4-960F-F4AD145F5028}" type="sibTrans" cxnId="{1DDCEC2A-9FD3-45DD-99EF-42A238019177}">
      <dgm:prSet/>
      <dgm:spPr/>
      <dgm:t>
        <a:bodyPr/>
        <a:lstStyle/>
        <a:p>
          <a:endParaRPr lang="en-US"/>
        </a:p>
      </dgm:t>
    </dgm:pt>
    <dgm:pt modelId="{6F99B0A4-F29D-4D6C-BA3A-154020035FB9}" type="pres">
      <dgm:prSet presAssocID="{90586463-30DE-4879-AF70-81B3AFF05A3D}" presName="root" presStyleCnt="0">
        <dgm:presLayoutVars>
          <dgm:dir/>
          <dgm:resizeHandles val="exact"/>
        </dgm:presLayoutVars>
      </dgm:prSet>
      <dgm:spPr/>
    </dgm:pt>
    <dgm:pt modelId="{32A0319A-C18E-4CFD-BF3E-345FBD0AA87B}" type="pres">
      <dgm:prSet presAssocID="{E1B7FF8B-33C2-445E-9F58-80FD7098016D}" presName="compNode" presStyleCnt="0"/>
      <dgm:spPr/>
    </dgm:pt>
    <dgm:pt modelId="{CD6CCDC4-731D-4FAF-A6F2-3C71A6E0631B}" type="pres">
      <dgm:prSet presAssocID="{E1B7FF8B-33C2-445E-9F58-80FD7098016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C04F7E3-5552-4A27-BFBC-AF86570D2D2D}" type="pres">
      <dgm:prSet presAssocID="{E1B7FF8B-33C2-445E-9F58-80FD7098016D}" presName="spaceRect" presStyleCnt="0"/>
      <dgm:spPr/>
    </dgm:pt>
    <dgm:pt modelId="{FC08CD39-CB63-4505-AC45-10AE89DBD64E}" type="pres">
      <dgm:prSet presAssocID="{E1B7FF8B-33C2-445E-9F58-80FD7098016D}" presName="textRect" presStyleLbl="revTx" presStyleIdx="0" presStyleCnt="2">
        <dgm:presLayoutVars>
          <dgm:chMax val="1"/>
          <dgm:chPref val="1"/>
        </dgm:presLayoutVars>
      </dgm:prSet>
      <dgm:spPr/>
    </dgm:pt>
    <dgm:pt modelId="{FFCD6E63-9B26-4414-B1B3-457178DE6EE0}" type="pres">
      <dgm:prSet presAssocID="{20B920C4-32A6-4B9D-9FAD-8FC0E1661408}" presName="sibTrans" presStyleCnt="0"/>
      <dgm:spPr/>
    </dgm:pt>
    <dgm:pt modelId="{BE95F0EA-0D83-4F66-B49B-6BAC6C90B54D}" type="pres">
      <dgm:prSet presAssocID="{99901619-9FE2-43C8-A1D8-967C9FE018CF}" presName="compNode" presStyleCnt="0"/>
      <dgm:spPr/>
    </dgm:pt>
    <dgm:pt modelId="{518312D8-0D00-4424-87CE-4C02731F5356}" type="pres">
      <dgm:prSet presAssocID="{99901619-9FE2-43C8-A1D8-967C9FE018C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F4520EE-8346-42DB-BCB4-E63307B75B11}" type="pres">
      <dgm:prSet presAssocID="{99901619-9FE2-43C8-A1D8-967C9FE018CF}" presName="spaceRect" presStyleCnt="0"/>
      <dgm:spPr/>
    </dgm:pt>
    <dgm:pt modelId="{C0CB05EF-F365-484B-B1E6-F01AB3D4018F}" type="pres">
      <dgm:prSet presAssocID="{99901619-9FE2-43C8-A1D8-967C9FE018C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5CC9B16-AD1B-462D-9A70-A7E7144EE8FE}" type="presOf" srcId="{E1B7FF8B-33C2-445E-9F58-80FD7098016D}" destId="{FC08CD39-CB63-4505-AC45-10AE89DBD64E}" srcOrd="0" destOrd="0" presId="urn:microsoft.com/office/officeart/2018/2/layout/IconLabelList"/>
    <dgm:cxn modelId="{050D3020-05C7-4D20-84BB-A65AC567E97C}" srcId="{90586463-30DE-4879-AF70-81B3AFF05A3D}" destId="{E1B7FF8B-33C2-445E-9F58-80FD7098016D}" srcOrd="0" destOrd="0" parTransId="{46EB93D2-4517-43B6-AB98-EDD324D7CB6A}" sibTransId="{20B920C4-32A6-4B9D-9FAD-8FC0E1661408}"/>
    <dgm:cxn modelId="{1DDCEC2A-9FD3-45DD-99EF-42A238019177}" srcId="{90586463-30DE-4879-AF70-81B3AFF05A3D}" destId="{99901619-9FE2-43C8-A1D8-967C9FE018CF}" srcOrd="1" destOrd="0" parTransId="{AFFF4FBC-2A57-493D-AA30-4649D48EA961}" sibTransId="{0ECD544A-AD82-42D4-960F-F4AD145F5028}"/>
    <dgm:cxn modelId="{D9A04179-CBD4-43E0-8294-AD7D9CBBBA92}" type="presOf" srcId="{99901619-9FE2-43C8-A1D8-967C9FE018CF}" destId="{C0CB05EF-F365-484B-B1E6-F01AB3D4018F}" srcOrd="0" destOrd="0" presId="urn:microsoft.com/office/officeart/2018/2/layout/IconLabelList"/>
    <dgm:cxn modelId="{0F9A0BF4-08E9-46FE-B621-A19E03ECBA84}" type="presOf" srcId="{90586463-30DE-4879-AF70-81B3AFF05A3D}" destId="{6F99B0A4-F29D-4D6C-BA3A-154020035FB9}" srcOrd="0" destOrd="0" presId="urn:microsoft.com/office/officeart/2018/2/layout/IconLabelList"/>
    <dgm:cxn modelId="{4D97E17F-1DE5-40B5-B10C-9222FF26A8B6}" type="presParOf" srcId="{6F99B0A4-F29D-4D6C-BA3A-154020035FB9}" destId="{32A0319A-C18E-4CFD-BF3E-345FBD0AA87B}" srcOrd="0" destOrd="0" presId="urn:microsoft.com/office/officeart/2018/2/layout/IconLabelList"/>
    <dgm:cxn modelId="{F316DDE0-348A-4B50-B447-89E3FFB80AEC}" type="presParOf" srcId="{32A0319A-C18E-4CFD-BF3E-345FBD0AA87B}" destId="{CD6CCDC4-731D-4FAF-A6F2-3C71A6E0631B}" srcOrd="0" destOrd="0" presId="urn:microsoft.com/office/officeart/2018/2/layout/IconLabelList"/>
    <dgm:cxn modelId="{80121D9F-B75C-4B0E-BC05-7C7270C867D1}" type="presParOf" srcId="{32A0319A-C18E-4CFD-BF3E-345FBD0AA87B}" destId="{FC04F7E3-5552-4A27-BFBC-AF86570D2D2D}" srcOrd="1" destOrd="0" presId="urn:microsoft.com/office/officeart/2018/2/layout/IconLabelList"/>
    <dgm:cxn modelId="{A1758EA5-6601-4986-A609-32BA45B50F39}" type="presParOf" srcId="{32A0319A-C18E-4CFD-BF3E-345FBD0AA87B}" destId="{FC08CD39-CB63-4505-AC45-10AE89DBD64E}" srcOrd="2" destOrd="0" presId="urn:microsoft.com/office/officeart/2018/2/layout/IconLabelList"/>
    <dgm:cxn modelId="{1DE6D7A0-511D-48DE-9111-43C67E3EAEA4}" type="presParOf" srcId="{6F99B0A4-F29D-4D6C-BA3A-154020035FB9}" destId="{FFCD6E63-9B26-4414-B1B3-457178DE6EE0}" srcOrd="1" destOrd="0" presId="urn:microsoft.com/office/officeart/2018/2/layout/IconLabelList"/>
    <dgm:cxn modelId="{D3F0700C-D2F3-4660-8F78-585E31C73A2D}" type="presParOf" srcId="{6F99B0A4-F29D-4D6C-BA3A-154020035FB9}" destId="{BE95F0EA-0D83-4F66-B49B-6BAC6C90B54D}" srcOrd="2" destOrd="0" presId="urn:microsoft.com/office/officeart/2018/2/layout/IconLabelList"/>
    <dgm:cxn modelId="{623D8FF2-B70E-434A-A19A-A3A5E465ACB6}" type="presParOf" srcId="{BE95F0EA-0D83-4F66-B49B-6BAC6C90B54D}" destId="{518312D8-0D00-4424-87CE-4C02731F5356}" srcOrd="0" destOrd="0" presId="urn:microsoft.com/office/officeart/2018/2/layout/IconLabelList"/>
    <dgm:cxn modelId="{E5194224-9BBE-4D4E-967A-D4371BEC7DB1}" type="presParOf" srcId="{BE95F0EA-0D83-4F66-B49B-6BAC6C90B54D}" destId="{4F4520EE-8346-42DB-BCB4-E63307B75B11}" srcOrd="1" destOrd="0" presId="urn:microsoft.com/office/officeart/2018/2/layout/IconLabelList"/>
    <dgm:cxn modelId="{D9F359AA-3785-45D9-9197-861CE9BDB63E}" type="presParOf" srcId="{BE95F0EA-0D83-4F66-B49B-6BAC6C90B54D}" destId="{C0CB05EF-F365-484B-B1E6-F01AB3D4018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B951840C-8DBC-4D22-8DB9-A481AA9001D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DFC881C-95D1-4DF9-A507-C9EE62E2B8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bot fetches real-time data from the Binance API.</a:t>
          </a:r>
        </a:p>
      </dgm:t>
    </dgm:pt>
    <dgm:pt modelId="{BF75369F-5354-4BC4-8469-57C585DA5843}" type="parTrans" cxnId="{C41C7713-CB42-44AF-8A92-49BECF86A6DF}">
      <dgm:prSet/>
      <dgm:spPr/>
      <dgm:t>
        <a:bodyPr/>
        <a:lstStyle/>
        <a:p>
          <a:endParaRPr lang="en-US"/>
        </a:p>
      </dgm:t>
    </dgm:pt>
    <dgm:pt modelId="{336A5F4E-3D75-4C32-AA08-CAA26AB5F381}" type="sibTrans" cxnId="{C41C7713-CB42-44AF-8A92-49BECF86A6DF}">
      <dgm:prSet/>
      <dgm:spPr/>
      <dgm:t>
        <a:bodyPr/>
        <a:lstStyle/>
        <a:p>
          <a:endParaRPr lang="en-US"/>
        </a:p>
      </dgm:t>
    </dgm:pt>
    <dgm:pt modelId="{0BDEE632-C302-4414-B032-3EDE5F9429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 handling involves processing incoming data and updating indicators.</a:t>
          </a:r>
        </a:p>
      </dgm:t>
    </dgm:pt>
    <dgm:pt modelId="{B0601B2B-CA2E-4E22-9D47-387BEC3D4668}" type="parTrans" cxnId="{71818810-9416-47CE-9206-8D2B5B700380}">
      <dgm:prSet/>
      <dgm:spPr/>
      <dgm:t>
        <a:bodyPr/>
        <a:lstStyle/>
        <a:p>
          <a:endParaRPr lang="en-US"/>
        </a:p>
      </dgm:t>
    </dgm:pt>
    <dgm:pt modelId="{AF553E81-C3B6-4CC3-A2D7-8688C24303A1}" type="sibTrans" cxnId="{71818810-9416-47CE-9206-8D2B5B700380}">
      <dgm:prSet/>
      <dgm:spPr/>
      <dgm:t>
        <a:bodyPr/>
        <a:lstStyle/>
        <a:p>
          <a:endParaRPr lang="en-US"/>
        </a:p>
      </dgm:t>
    </dgm:pt>
    <dgm:pt modelId="{8EEE8F12-8CBE-47B2-B5F3-19EAE85966EB}" type="pres">
      <dgm:prSet presAssocID="{B951840C-8DBC-4D22-8DB9-A481AA9001D4}" presName="root" presStyleCnt="0">
        <dgm:presLayoutVars>
          <dgm:dir/>
          <dgm:resizeHandles val="exact"/>
        </dgm:presLayoutVars>
      </dgm:prSet>
      <dgm:spPr/>
    </dgm:pt>
    <dgm:pt modelId="{51F3EDB1-A2AB-481B-B7DA-17FB3E6D0822}" type="pres">
      <dgm:prSet presAssocID="{DDFC881C-95D1-4DF9-A507-C9EE62E2B855}" presName="compNode" presStyleCnt="0"/>
      <dgm:spPr/>
    </dgm:pt>
    <dgm:pt modelId="{90129382-C4A5-4589-A3EF-027DE78119B4}" type="pres">
      <dgm:prSet presAssocID="{DDFC881C-95D1-4DF9-A507-C9EE62E2B855}" presName="iconBgRect" presStyleLbl="bgShp" presStyleIdx="0" presStyleCnt="2"/>
      <dgm:spPr/>
    </dgm:pt>
    <dgm:pt modelId="{42B178A1-A9E2-476F-835C-DCA91AD83460}" type="pres">
      <dgm:prSet presAssocID="{DDFC881C-95D1-4DF9-A507-C9EE62E2B85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7A83FC2-6CBA-428C-BE8D-98CE37631608}" type="pres">
      <dgm:prSet presAssocID="{DDFC881C-95D1-4DF9-A507-C9EE62E2B855}" presName="spaceRect" presStyleCnt="0"/>
      <dgm:spPr/>
    </dgm:pt>
    <dgm:pt modelId="{02FF116D-860D-424E-AC20-C20118627E0E}" type="pres">
      <dgm:prSet presAssocID="{DDFC881C-95D1-4DF9-A507-C9EE62E2B855}" presName="textRect" presStyleLbl="revTx" presStyleIdx="0" presStyleCnt="2">
        <dgm:presLayoutVars>
          <dgm:chMax val="1"/>
          <dgm:chPref val="1"/>
        </dgm:presLayoutVars>
      </dgm:prSet>
      <dgm:spPr/>
    </dgm:pt>
    <dgm:pt modelId="{34C7008A-73A8-42F9-BF50-BCB4F47B0923}" type="pres">
      <dgm:prSet presAssocID="{336A5F4E-3D75-4C32-AA08-CAA26AB5F381}" presName="sibTrans" presStyleCnt="0"/>
      <dgm:spPr/>
    </dgm:pt>
    <dgm:pt modelId="{8466F412-90B6-4999-A8C4-37EDA2392FF8}" type="pres">
      <dgm:prSet presAssocID="{0BDEE632-C302-4414-B032-3EDE5F942984}" presName="compNode" presStyleCnt="0"/>
      <dgm:spPr/>
    </dgm:pt>
    <dgm:pt modelId="{298ED85F-0F78-4F5B-9331-4985A59D813F}" type="pres">
      <dgm:prSet presAssocID="{0BDEE632-C302-4414-B032-3EDE5F942984}" presName="iconBgRect" presStyleLbl="bgShp" presStyleIdx="1" presStyleCnt="2"/>
      <dgm:spPr/>
    </dgm:pt>
    <dgm:pt modelId="{2985AC21-AD36-4135-9761-D1321AD47347}" type="pres">
      <dgm:prSet presAssocID="{0BDEE632-C302-4414-B032-3EDE5F94298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F3CAB10-4378-4C62-922B-81E6E6A390A4}" type="pres">
      <dgm:prSet presAssocID="{0BDEE632-C302-4414-B032-3EDE5F942984}" presName="spaceRect" presStyleCnt="0"/>
      <dgm:spPr/>
    </dgm:pt>
    <dgm:pt modelId="{1FFFDA31-60E0-4BA4-8982-3E6FFC6A4326}" type="pres">
      <dgm:prSet presAssocID="{0BDEE632-C302-4414-B032-3EDE5F94298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1818810-9416-47CE-9206-8D2B5B700380}" srcId="{B951840C-8DBC-4D22-8DB9-A481AA9001D4}" destId="{0BDEE632-C302-4414-B032-3EDE5F942984}" srcOrd="1" destOrd="0" parTransId="{B0601B2B-CA2E-4E22-9D47-387BEC3D4668}" sibTransId="{AF553E81-C3B6-4CC3-A2D7-8688C24303A1}"/>
    <dgm:cxn modelId="{C41C7713-CB42-44AF-8A92-49BECF86A6DF}" srcId="{B951840C-8DBC-4D22-8DB9-A481AA9001D4}" destId="{DDFC881C-95D1-4DF9-A507-C9EE62E2B855}" srcOrd="0" destOrd="0" parTransId="{BF75369F-5354-4BC4-8469-57C585DA5843}" sibTransId="{336A5F4E-3D75-4C32-AA08-CAA26AB5F381}"/>
    <dgm:cxn modelId="{112EEF5B-2849-447E-BCE9-71EDBF9386C7}" type="presOf" srcId="{0BDEE632-C302-4414-B032-3EDE5F942984}" destId="{1FFFDA31-60E0-4BA4-8982-3E6FFC6A4326}" srcOrd="0" destOrd="0" presId="urn:microsoft.com/office/officeart/2018/5/layout/IconCircleLabelList"/>
    <dgm:cxn modelId="{3DF2D95A-D6A8-4E34-A61E-83E1CD462D16}" type="presOf" srcId="{DDFC881C-95D1-4DF9-A507-C9EE62E2B855}" destId="{02FF116D-860D-424E-AC20-C20118627E0E}" srcOrd="0" destOrd="0" presId="urn:microsoft.com/office/officeart/2018/5/layout/IconCircleLabelList"/>
    <dgm:cxn modelId="{F7D914FF-849E-4BD3-8384-C852761BCF6B}" type="presOf" srcId="{B951840C-8DBC-4D22-8DB9-A481AA9001D4}" destId="{8EEE8F12-8CBE-47B2-B5F3-19EAE85966EB}" srcOrd="0" destOrd="0" presId="urn:microsoft.com/office/officeart/2018/5/layout/IconCircleLabelList"/>
    <dgm:cxn modelId="{AF98D1C7-7447-4EBC-AE63-96C374B90C5A}" type="presParOf" srcId="{8EEE8F12-8CBE-47B2-B5F3-19EAE85966EB}" destId="{51F3EDB1-A2AB-481B-B7DA-17FB3E6D0822}" srcOrd="0" destOrd="0" presId="urn:microsoft.com/office/officeart/2018/5/layout/IconCircleLabelList"/>
    <dgm:cxn modelId="{CA277CB5-C1EB-4EE5-BD44-5D1A3CE72A86}" type="presParOf" srcId="{51F3EDB1-A2AB-481B-B7DA-17FB3E6D0822}" destId="{90129382-C4A5-4589-A3EF-027DE78119B4}" srcOrd="0" destOrd="0" presId="urn:microsoft.com/office/officeart/2018/5/layout/IconCircleLabelList"/>
    <dgm:cxn modelId="{2393D740-0360-4C1D-AB71-E27C060E1BD8}" type="presParOf" srcId="{51F3EDB1-A2AB-481B-B7DA-17FB3E6D0822}" destId="{42B178A1-A9E2-476F-835C-DCA91AD83460}" srcOrd="1" destOrd="0" presId="urn:microsoft.com/office/officeart/2018/5/layout/IconCircleLabelList"/>
    <dgm:cxn modelId="{BB4A5BF5-E560-4EC4-BB03-AA906D65A84F}" type="presParOf" srcId="{51F3EDB1-A2AB-481B-B7DA-17FB3E6D0822}" destId="{B7A83FC2-6CBA-428C-BE8D-98CE37631608}" srcOrd="2" destOrd="0" presId="urn:microsoft.com/office/officeart/2018/5/layout/IconCircleLabelList"/>
    <dgm:cxn modelId="{9DD2900F-F459-4264-B372-8914C8BB1C0C}" type="presParOf" srcId="{51F3EDB1-A2AB-481B-B7DA-17FB3E6D0822}" destId="{02FF116D-860D-424E-AC20-C20118627E0E}" srcOrd="3" destOrd="0" presId="urn:microsoft.com/office/officeart/2018/5/layout/IconCircleLabelList"/>
    <dgm:cxn modelId="{A0F37B24-ED59-45E9-B143-7499682B1997}" type="presParOf" srcId="{8EEE8F12-8CBE-47B2-B5F3-19EAE85966EB}" destId="{34C7008A-73A8-42F9-BF50-BCB4F47B0923}" srcOrd="1" destOrd="0" presId="urn:microsoft.com/office/officeart/2018/5/layout/IconCircleLabelList"/>
    <dgm:cxn modelId="{1C913072-5A0B-4488-B788-FD6991269914}" type="presParOf" srcId="{8EEE8F12-8CBE-47B2-B5F3-19EAE85966EB}" destId="{8466F412-90B6-4999-A8C4-37EDA2392FF8}" srcOrd="2" destOrd="0" presId="urn:microsoft.com/office/officeart/2018/5/layout/IconCircleLabelList"/>
    <dgm:cxn modelId="{521213EE-4AB6-4A4F-AC48-E08BEB2FB04F}" type="presParOf" srcId="{8466F412-90B6-4999-A8C4-37EDA2392FF8}" destId="{298ED85F-0F78-4F5B-9331-4985A59D813F}" srcOrd="0" destOrd="0" presId="urn:microsoft.com/office/officeart/2018/5/layout/IconCircleLabelList"/>
    <dgm:cxn modelId="{9962C91E-0065-4C1B-81E9-0FE55089C184}" type="presParOf" srcId="{8466F412-90B6-4999-A8C4-37EDA2392FF8}" destId="{2985AC21-AD36-4135-9761-D1321AD47347}" srcOrd="1" destOrd="0" presId="urn:microsoft.com/office/officeart/2018/5/layout/IconCircleLabelList"/>
    <dgm:cxn modelId="{BFE077E2-DE51-4C04-8809-460EEE91183B}" type="presParOf" srcId="{8466F412-90B6-4999-A8C4-37EDA2392FF8}" destId="{EF3CAB10-4378-4C62-922B-81E6E6A390A4}" srcOrd="2" destOrd="0" presId="urn:microsoft.com/office/officeart/2018/5/layout/IconCircleLabelList"/>
    <dgm:cxn modelId="{76CE01FC-29B5-4626-B61C-CAD77261E66B}" type="presParOf" srcId="{8466F412-90B6-4999-A8C4-37EDA2392FF8}" destId="{1FFFDA31-60E0-4BA4-8982-3E6FFC6A432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F2494B29-3573-49C0-8858-AC9024423A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CBEBF33-241A-4DA2-8466-D2A7E78CAFCD}">
      <dgm:prSet/>
      <dgm:spPr/>
      <dgm:t>
        <a:bodyPr/>
        <a:lstStyle/>
        <a:p>
          <a:r>
            <a:rPr lang="en-US"/>
            <a:t>The bot is equipped with error-handling routines to manage API errors.</a:t>
          </a:r>
        </a:p>
      </dgm:t>
    </dgm:pt>
    <dgm:pt modelId="{919C8A08-71EB-4ABB-8E58-59974DF77EE0}" type="parTrans" cxnId="{42407BD6-2D93-49F8-855D-4FB5959C90B5}">
      <dgm:prSet/>
      <dgm:spPr/>
      <dgm:t>
        <a:bodyPr/>
        <a:lstStyle/>
        <a:p>
          <a:endParaRPr lang="en-US"/>
        </a:p>
      </dgm:t>
    </dgm:pt>
    <dgm:pt modelId="{366E3CA8-EAA0-40B6-9255-4EE05A5C73EF}" type="sibTrans" cxnId="{42407BD6-2D93-49F8-855D-4FB5959C90B5}">
      <dgm:prSet/>
      <dgm:spPr/>
      <dgm:t>
        <a:bodyPr/>
        <a:lstStyle/>
        <a:p>
          <a:endParaRPr lang="en-US"/>
        </a:p>
      </dgm:t>
    </dgm:pt>
    <dgm:pt modelId="{926C68CB-7CB6-4185-9AEB-9C23C73DF9FF}">
      <dgm:prSet/>
      <dgm:spPr/>
      <dgm:t>
        <a:bodyPr/>
        <a:lstStyle/>
        <a:p>
          <a:r>
            <a:rPr lang="en-US"/>
            <a:t>Common issues include rate limits, connection errors, and unexpected responses.</a:t>
          </a:r>
        </a:p>
      </dgm:t>
    </dgm:pt>
    <dgm:pt modelId="{97FF0520-4835-4A49-90CA-E98E88B17D94}" type="parTrans" cxnId="{061F1978-36FB-48DC-B02F-F5603A3A99B9}">
      <dgm:prSet/>
      <dgm:spPr/>
      <dgm:t>
        <a:bodyPr/>
        <a:lstStyle/>
        <a:p>
          <a:endParaRPr lang="en-US"/>
        </a:p>
      </dgm:t>
    </dgm:pt>
    <dgm:pt modelId="{0DC9D665-A763-4530-9E23-1FAAE0F193F7}" type="sibTrans" cxnId="{061F1978-36FB-48DC-B02F-F5603A3A99B9}">
      <dgm:prSet/>
      <dgm:spPr/>
      <dgm:t>
        <a:bodyPr/>
        <a:lstStyle/>
        <a:p>
          <a:endParaRPr lang="en-US"/>
        </a:p>
      </dgm:t>
    </dgm:pt>
    <dgm:pt modelId="{4234FE30-A7AB-46D1-B977-E3FFC51E40AC}" type="pres">
      <dgm:prSet presAssocID="{F2494B29-3573-49C0-8858-AC9024423A2E}" presName="root" presStyleCnt="0">
        <dgm:presLayoutVars>
          <dgm:dir/>
          <dgm:resizeHandles val="exact"/>
        </dgm:presLayoutVars>
      </dgm:prSet>
      <dgm:spPr/>
    </dgm:pt>
    <dgm:pt modelId="{86C20DC8-9D83-4381-ABEC-5A416E3B56CA}" type="pres">
      <dgm:prSet presAssocID="{3CBEBF33-241A-4DA2-8466-D2A7E78CAFCD}" presName="compNode" presStyleCnt="0"/>
      <dgm:spPr/>
    </dgm:pt>
    <dgm:pt modelId="{4C9E1B42-B255-425F-A0F1-A183C16FDE19}" type="pres">
      <dgm:prSet presAssocID="{3CBEBF33-241A-4DA2-8466-D2A7E78CAFC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52D923A-AD77-4ABC-9064-6034B52B366A}" type="pres">
      <dgm:prSet presAssocID="{3CBEBF33-241A-4DA2-8466-D2A7E78CAFCD}" presName="spaceRect" presStyleCnt="0"/>
      <dgm:spPr/>
    </dgm:pt>
    <dgm:pt modelId="{AC0C1163-0166-45DB-9AAC-579A19483178}" type="pres">
      <dgm:prSet presAssocID="{3CBEBF33-241A-4DA2-8466-D2A7E78CAFCD}" presName="textRect" presStyleLbl="revTx" presStyleIdx="0" presStyleCnt="2">
        <dgm:presLayoutVars>
          <dgm:chMax val="1"/>
          <dgm:chPref val="1"/>
        </dgm:presLayoutVars>
      </dgm:prSet>
      <dgm:spPr/>
    </dgm:pt>
    <dgm:pt modelId="{1B99DA8B-AF21-4D3D-B394-CAB94A28F800}" type="pres">
      <dgm:prSet presAssocID="{366E3CA8-EAA0-40B6-9255-4EE05A5C73EF}" presName="sibTrans" presStyleCnt="0"/>
      <dgm:spPr/>
    </dgm:pt>
    <dgm:pt modelId="{0697181E-19E9-425B-92EE-B7BFE943CEF9}" type="pres">
      <dgm:prSet presAssocID="{926C68CB-7CB6-4185-9AEB-9C23C73DF9FF}" presName="compNode" presStyleCnt="0"/>
      <dgm:spPr/>
    </dgm:pt>
    <dgm:pt modelId="{E0195A31-4E84-4797-85E7-380F74CA0702}" type="pres">
      <dgm:prSet presAssocID="{926C68CB-7CB6-4185-9AEB-9C23C73DF9F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5CD2DB0E-A2EC-4205-A70E-B89CC65107FF}" type="pres">
      <dgm:prSet presAssocID="{926C68CB-7CB6-4185-9AEB-9C23C73DF9FF}" presName="spaceRect" presStyleCnt="0"/>
      <dgm:spPr/>
    </dgm:pt>
    <dgm:pt modelId="{0F428C18-D819-4D76-B124-8263BD96BB4D}" type="pres">
      <dgm:prSet presAssocID="{926C68CB-7CB6-4185-9AEB-9C23C73DF9F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61F1978-36FB-48DC-B02F-F5603A3A99B9}" srcId="{F2494B29-3573-49C0-8858-AC9024423A2E}" destId="{926C68CB-7CB6-4185-9AEB-9C23C73DF9FF}" srcOrd="1" destOrd="0" parTransId="{97FF0520-4835-4A49-90CA-E98E88B17D94}" sibTransId="{0DC9D665-A763-4530-9E23-1FAAE0F193F7}"/>
    <dgm:cxn modelId="{1051F79B-C5A6-42AB-8A25-97C5DDE1E438}" type="presOf" srcId="{F2494B29-3573-49C0-8858-AC9024423A2E}" destId="{4234FE30-A7AB-46D1-B977-E3FFC51E40AC}" srcOrd="0" destOrd="0" presId="urn:microsoft.com/office/officeart/2018/2/layout/IconLabelList"/>
    <dgm:cxn modelId="{D8E9BCB8-6BB6-473C-B9CC-5531F01C19FD}" type="presOf" srcId="{926C68CB-7CB6-4185-9AEB-9C23C73DF9FF}" destId="{0F428C18-D819-4D76-B124-8263BD96BB4D}" srcOrd="0" destOrd="0" presId="urn:microsoft.com/office/officeart/2018/2/layout/IconLabelList"/>
    <dgm:cxn modelId="{42407BD6-2D93-49F8-855D-4FB5959C90B5}" srcId="{F2494B29-3573-49C0-8858-AC9024423A2E}" destId="{3CBEBF33-241A-4DA2-8466-D2A7E78CAFCD}" srcOrd="0" destOrd="0" parTransId="{919C8A08-71EB-4ABB-8E58-59974DF77EE0}" sibTransId="{366E3CA8-EAA0-40B6-9255-4EE05A5C73EF}"/>
    <dgm:cxn modelId="{AE4C7BE5-ECFC-4069-88FE-77AA201D8656}" type="presOf" srcId="{3CBEBF33-241A-4DA2-8466-D2A7E78CAFCD}" destId="{AC0C1163-0166-45DB-9AAC-579A19483178}" srcOrd="0" destOrd="0" presId="urn:microsoft.com/office/officeart/2018/2/layout/IconLabelList"/>
    <dgm:cxn modelId="{1A6E0108-AB50-4AB5-B5BA-2F69748A622E}" type="presParOf" srcId="{4234FE30-A7AB-46D1-B977-E3FFC51E40AC}" destId="{86C20DC8-9D83-4381-ABEC-5A416E3B56CA}" srcOrd="0" destOrd="0" presId="urn:microsoft.com/office/officeart/2018/2/layout/IconLabelList"/>
    <dgm:cxn modelId="{A89BC1FB-9A39-4ABE-9BCD-D50531935134}" type="presParOf" srcId="{86C20DC8-9D83-4381-ABEC-5A416E3B56CA}" destId="{4C9E1B42-B255-425F-A0F1-A183C16FDE19}" srcOrd="0" destOrd="0" presId="urn:microsoft.com/office/officeart/2018/2/layout/IconLabelList"/>
    <dgm:cxn modelId="{FBC7AFCF-124E-4908-9485-9D8112E2B6FB}" type="presParOf" srcId="{86C20DC8-9D83-4381-ABEC-5A416E3B56CA}" destId="{352D923A-AD77-4ABC-9064-6034B52B366A}" srcOrd="1" destOrd="0" presId="urn:microsoft.com/office/officeart/2018/2/layout/IconLabelList"/>
    <dgm:cxn modelId="{36D5F217-495F-442E-80C6-5F956D98609A}" type="presParOf" srcId="{86C20DC8-9D83-4381-ABEC-5A416E3B56CA}" destId="{AC0C1163-0166-45DB-9AAC-579A19483178}" srcOrd="2" destOrd="0" presId="urn:microsoft.com/office/officeart/2018/2/layout/IconLabelList"/>
    <dgm:cxn modelId="{B80D9482-98CB-4E67-A647-18C3903732C4}" type="presParOf" srcId="{4234FE30-A7AB-46D1-B977-E3FFC51E40AC}" destId="{1B99DA8B-AF21-4D3D-B394-CAB94A28F800}" srcOrd="1" destOrd="0" presId="urn:microsoft.com/office/officeart/2018/2/layout/IconLabelList"/>
    <dgm:cxn modelId="{8538C603-223D-4019-A566-6B380C5CA418}" type="presParOf" srcId="{4234FE30-A7AB-46D1-B977-E3FFC51E40AC}" destId="{0697181E-19E9-425B-92EE-B7BFE943CEF9}" srcOrd="2" destOrd="0" presId="urn:microsoft.com/office/officeart/2018/2/layout/IconLabelList"/>
    <dgm:cxn modelId="{3FFECF45-409B-43D1-99CE-6879A634E6FD}" type="presParOf" srcId="{0697181E-19E9-425B-92EE-B7BFE943CEF9}" destId="{E0195A31-4E84-4797-85E7-380F74CA0702}" srcOrd="0" destOrd="0" presId="urn:microsoft.com/office/officeart/2018/2/layout/IconLabelList"/>
    <dgm:cxn modelId="{6F0D6AFC-DA3D-4A66-A525-D43B97F142FE}" type="presParOf" srcId="{0697181E-19E9-425B-92EE-B7BFE943CEF9}" destId="{5CD2DB0E-A2EC-4205-A70E-B89CC65107FF}" srcOrd="1" destOrd="0" presId="urn:microsoft.com/office/officeart/2018/2/layout/IconLabelList"/>
    <dgm:cxn modelId="{C578DB9F-06E6-4EE8-85D8-8DF3B53467D8}" type="presParOf" srcId="{0697181E-19E9-425B-92EE-B7BFE943CEF9}" destId="{0F428C18-D819-4D76-B124-8263BD96BB4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D28F501-00FE-4DC0-9808-264EE25E433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CCC9A8-C086-4F74-BD71-05492AF84B82}">
      <dgm:prSet/>
      <dgm:spPr/>
      <dgm:t>
        <a:bodyPr/>
        <a:lstStyle/>
        <a:p>
          <a:pPr>
            <a:defRPr cap="all"/>
          </a:pPr>
          <a:r>
            <a:rPr lang="en-US"/>
            <a:t>The bot logs all trade actions, errors, and performance metrics.</a:t>
          </a:r>
        </a:p>
      </dgm:t>
    </dgm:pt>
    <dgm:pt modelId="{A02597EE-ACB8-4DE0-BE8D-116E2BB0FE82}" type="parTrans" cxnId="{A677C62B-D608-4420-AA2A-4F978DBC1C26}">
      <dgm:prSet/>
      <dgm:spPr/>
      <dgm:t>
        <a:bodyPr/>
        <a:lstStyle/>
        <a:p>
          <a:endParaRPr lang="en-US"/>
        </a:p>
      </dgm:t>
    </dgm:pt>
    <dgm:pt modelId="{F5000AA1-5793-4128-8A26-2191C76C4443}" type="sibTrans" cxnId="{A677C62B-D608-4420-AA2A-4F978DBC1C26}">
      <dgm:prSet/>
      <dgm:spPr/>
      <dgm:t>
        <a:bodyPr/>
        <a:lstStyle/>
        <a:p>
          <a:endParaRPr lang="en-US"/>
        </a:p>
      </dgm:t>
    </dgm:pt>
    <dgm:pt modelId="{908D0C58-64FE-4999-AFFB-6060BDB7B22C}">
      <dgm:prSet/>
      <dgm:spPr/>
      <dgm:t>
        <a:bodyPr/>
        <a:lstStyle/>
        <a:p>
          <a:pPr>
            <a:defRPr cap="all"/>
          </a:pPr>
          <a:r>
            <a:rPr lang="en-US"/>
            <a:t>Logs are reviewed to assess performance and identify issues.</a:t>
          </a:r>
        </a:p>
      </dgm:t>
    </dgm:pt>
    <dgm:pt modelId="{AD3BC243-8A10-4B80-9358-F53ECDAFCDBA}" type="parTrans" cxnId="{763375BD-1E39-4E4A-A30E-68F6FA554E2F}">
      <dgm:prSet/>
      <dgm:spPr/>
      <dgm:t>
        <a:bodyPr/>
        <a:lstStyle/>
        <a:p>
          <a:endParaRPr lang="en-US"/>
        </a:p>
      </dgm:t>
    </dgm:pt>
    <dgm:pt modelId="{53CB277F-4E36-4975-A3DD-F599B1BD6FE4}" type="sibTrans" cxnId="{763375BD-1E39-4E4A-A30E-68F6FA554E2F}">
      <dgm:prSet/>
      <dgm:spPr/>
      <dgm:t>
        <a:bodyPr/>
        <a:lstStyle/>
        <a:p>
          <a:endParaRPr lang="en-US"/>
        </a:p>
      </dgm:t>
    </dgm:pt>
    <dgm:pt modelId="{25ADB189-C8C3-4BA4-9B80-2F72A7E314CB}" type="pres">
      <dgm:prSet presAssocID="{FD28F501-00FE-4DC0-9808-264EE25E433E}" presName="root" presStyleCnt="0">
        <dgm:presLayoutVars>
          <dgm:dir/>
          <dgm:resizeHandles val="exact"/>
        </dgm:presLayoutVars>
      </dgm:prSet>
      <dgm:spPr/>
    </dgm:pt>
    <dgm:pt modelId="{E0D278B0-D180-44C2-8570-BFB5A2354A30}" type="pres">
      <dgm:prSet presAssocID="{E9CCC9A8-C086-4F74-BD71-05492AF84B82}" presName="compNode" presStyleCnt="0"/>
      <dgm:spPr/>
    </dgm:pt>
    <dgm:pt modelId="{354CEFC9-930B-4F46-9A56-73F51773782B}" type="pres">
      <dgm:prSet presAssocID="{E9CCC9A8-C086-4F74-BD71-05492AF84B82}" presName="iconBgRect" presStyleLbl="bgShp" presStyleIdx="0" presStyleCnt="2"/>
      <dgm:spPr/>
    </dgm:pt>
    <dgm:pt modelId="{1378DC19-9CDB-4773-8023-DCE28A144211}" type="pres">
      <dgm:prSet presAssocID="{E9CCC9A8-C086-4F74-BD71-05492AF84B8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5B2F21F-C5CC-4AB8-A327-A03D60AEAB5E}" type="pres">
      <dgm:prSet presAssocID="{E9CCC9A8-C086-4F74-BD71-05492AF84B82}" presName="spaceRect" presStyleCnt="0"/>
      <dgm:spPr/>
    </dgm:pt>
    <dgm:pt modelId="{F3A366D9-BE56-49DD-B7B9-263A7652E4A5}" type="pres">
      <dgm:prSet presAssocID="{E9CCC9A8-C086-4F74-BD71-05492AF84B82}" presName="textRect" presStyleLbl="revTx" presStyleIdx="0" presStyleCnt="2">
        <dgm:presLayoutVars>
          <dgm:chMax val="1"/>
          <dgm:chPref val="1"/>
        </dgm:presLayoutVars>
      </dgm:prSet>
      <dgm:spPr/>
    </dgm:pt>
    <dgm:pt modelId="{BBDCDA33-9D04-48F6-99AD-777B101B0B89}" type="pres">
      <dgm:prSet presAssocID="{F5000AA1-5793-4128-8A26-2191C76C4443}" presName="sibTrans" presStyleCnt="0"/>
      <dgm:spPr/>
    </dgm:pt>
    <dgm:pt modelId="{95339014-592C-4B24-AD9E-60EFDD8228B6}" type="pres">
      <dgm:prSet presAssocID="{908D0C58-64FE-4999-AFFB-6060BDB7B22C}" presName="compNode" presStyleCnt="0"/>
      <dgm:spPr/>
    </dgm:pt>
    <dgm:pt modelId="{8A31697C-2A96-406B-A999-BDAEC5670D32}" type="pres">
      <dgm:prSet presAssocID="{908D0C58-64FE-4999-AFFB-6060BDB7B22C}" presName="iconBgRect" presStyleLbl="bgShp" presStyleIdx="1" presStyleCnt="2"/>
      <dgm:spPr/>
    </dgm:pt>
    <dgm:pt modelId="{D1B37D6B-ACB2-4380-8BDD-FF62D0F9FE38}" type="pres">
      <dgm:prSet presAssocID="{908D0C58-64FE-4999-AFFB-6060BDB7B22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5ED573E-DE60-4A54-B07A-3169AFFD5EBD}" type="pres">
      <dgm:prSet presAssocID="{908D0C58-64FE-4999-AFFB-6060BDB7B22C}" presName="spaceRect" presStyleCnt="0"/>
      <dgm:spPr/>
    </dgm:pt>
    <dgm:pt modelId="{89070BD3-1FC4-42AE-AFFE-171392568123}" type="pres">
      <dgm:prSet presAssocID="{908D0C58-64FE-4999-AFFB-6060BDB7B22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677C62B-D608-4420-AA2A-4F978DBC1C26}" srcId="{FD28F501-00FE-4DC0-9808-264EE25E433E}" destId="{E9CCC9A8-C086-4F74-BD71-05492AF84B82}" srcOrd="0" destOrd="0" parTransId="{A02597EE-ACB8-4DE0-BE8D-116E2BB0FE82}" sibTransId="{F5000AA1-5793-4128-8A26-2191C76C4443}"/>
    <dgm:cxn modelId="{F55B4F75-E37F-4410-871A-3300D0B713A6}" type="presOf" srcId="{E9CCC9A8-C086-4F74-BD71-05492AF84B82}" destId="{F3A366D9-BE56-49DD-B7B9-263A7652E4A5}" srcOrd="0" destOrd="0" presId="urn:microsoft.com/office/officeart/2018/5/layout/IconCircleLabelList"/>
    <dgm:cxn modelId="{D775C187-F2EE-48E5-AC7A-F56DC6BB0C04}" type="presOf" srcId="{FD28F501-00FE-4DC0-9808-264EE25E433E}" destId="{25ADB189-C8C3-4BA4-9B80-2F72A7E314CB}" srcOrd="0" destOrd="0" presId="urn:microsoft.com/office/officeart/2018/5/layout/IconCircleLabelList"/>
    <dgm:cxn modelId="{763375BD-1E39-4E4A-A30E-68F6FA554E2F}" srcId="{FD28F501-00FE-4DC0-9808-264EE25E433E}" destId="{908D0C58-64FE-4999-AFFB-6060BDB7B22C}" srcOrd="1" destOrd="0" parTransId="{AD3BC243-8A10-4B80-9358-F53ECDAFCDBA}" sibTransId="{53CB277F-4E36-4975-A3DD-F599B1BD6FE4}"/>
    <dgm:cxn modelId="{877D3FCB-61B8-4588-BC49-FA6244386139}" type="presOf" srcId="{908D0C58-64FE-4999-AFFB-6060BDB7B22C}" destId="{89070BD3-1FC4-42AE-AFFE-171392568123}" srcOrd="0" destOrd="0" presId="urn:microsoft.com/office/officeart/2018/5/layout/IconCircleLabelList"/>
    <dgm:cxn modelId="{588275FF-9275-4B5A-B6BC-936EB29AC2C8}" type="presParOf" srcId="{25ADB189-C8C3-4BA4-9B80-2F72A7E314CB}" destId="{E0D278B0-D180-44C2-8570-BFB5A2354A30}" srcOrd="0" destOrd="0" presId="urn:microsoft.com/office/officeart/2018/5/layout/IconCircleLabelList"/>
    <dgm:cxn modelId="{80F49FFD-4AC9-44A5-B4A9-F8938979EBA0}" type="presParOf" srcId="{E0D278B0-D180-44C2-8570-BFB5A2354A30}" destId="{354CEFC9-930B-4F46-9A56-73F51773782B}" srcOrd="0" destOrd="0" presId="urn:microsoft.com/office/officeart/2018/5/layout/IconCircleLabelList"/>
    <dgm:cxn modelId="{9C253E15-D866-40D2-9BF4-B2BA879CC0D9}" type="presParOf" srcId="{E0D278B0-D180-44C2-8570-BFB5A2354A30}" destId="{1378DC19-9CDB-4773-8023-DCE28A144211}" srcOrd="1" destOrd="0" presId="urn:microsoft.com/office/officeart/2018/5/layout/IconCircleLabelList"/>
    <dgm:cxn modelId="{F5C78459-5FFA-4EFA-AB39-9A26B54732E7}" type="presParOf" srcId="{E0D278B0-D180-44C2-8570-BFB5A2354A30}" destId="{75B2F21F-C5CC-4AB8-A327-A03D60AEAB5E}" srcOrd="2" destOrd="0" presId="urn:microsoft.com/office/officeart/2018/5/layout/IconCircleLabelList"/>
    <dgm:cxn modelId="{E4A9D098-69BC-4E8C-A181-7F5EA711703F}" type="presParOf" srcId="{E0D278B0-D180-44C2-8570-BFB5A2354A30}" destId="{F3A366D9-BE56-49DD-B7B9-263A7652E4A5}" srcOrd="3" destOrd="0" presId="urn:microsoft.com/office/officeart/2018/5/layout/IconCircleLabelList"/>
    <dgm:cxn modelId="{234E8248-DEAC-4770-B5FF-4C06CFA40A1E}" type="presParOf" srcId="{25ADB189-C8C3-4BA4-9B80-2F72A7E314CB}" destId="{BBDCDA33-9D04-48F6-99AD-777B101B0B89}" srcOrd="1" destOrd="0" presId="urn:microsoft.com/office/officeart/2018/5/layout/IconCircleLabelList"/>
    <dgm:cxn modelId="{B936C58A-E5B3-424B-8EE5-999C0E9D9B63}" type="presParOf" srcId="{25ADB189-C8C3-4BA4-9B80-2F72A7E314CB}" destId="{95339014-592C-4B24-AD9E-60EFDD8228B6}" srcOrd="2" destOrd="0" presId="urn:microsoft.com/office/officeart/2018/5/layout/IconCircleLabelList"/>
    <dgm:cxn modelId="{623659F6-CDE4-4F05-B76A-D1B5288B3C46}" type="presParOf" srcId="{95339014-592C-4B24-AD9E-60EFDD8228B6}" destId="{8A31697C-2A96-406B-A999-BDAEC5670D32}" srcOrd="0" destOrd="0" presId="urn:microsoft.com/office/officeart/2018/5/layout/IconCircleLabelList"/>
    <dgm:cxn modelId="{61D11F0D-EED9-482C-9468-E04108EF7195}" type="presParOf" srcId="{95339014-592C-4B24-AD9E-60EFDD8228B6}" destId="{D1B37D6B-ACB2-4380-8BDD-FF62D0F9FE38}" srcOrd="1" destOrd="0" presId="urn:microsoft.com/office/officeart/2018/5/layout/IconCircleLabelList"/>
    <dgm:cxn modelId="{50B987C5-EF95-42C0-854D-A3D875CB3F4C}" type="presParOf" srcId="{95339014-592C-4B24-AD9E-60EFDD8228B6}" destId="{85ED573E-DE60-4A54-B07A-3169AFFD5EBD}" srcOrd="2" destOrd="0" presId="urn:microsoft.com/office/officeart/2018/5/layout/IconCircleLabelList"/>
    <dgm:cxn modelId="{CCF5BEAC-73C8-432E-9842-13844FEEA627}" type="presParOf" srcId="{95339014-592C-4B24-AD9E-60EFDD8228B6}" destId="{89070BD3-1FC4-42AE-AFFE-17139256812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DD950CE3-0190-468A-B1D0-361D89944BFD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C6988F1-DAAF-49AC-AF99-261C7762A7E8}">
      <dgm:prSet/>
      <dgm:spPr/>
      <dgm:t>
        <a:bodyPr/>
        <a:lstStyle/>
        <a:p>
          <a:r>
            <a:rPr lang="en-US"/>
            <a:t>Key performance metrics include:</a:t>
          </a:r>
        </a:p>
      </dgm:t>
    </dgm:pt>
    <dgm:pt modelId="{BB2EFAF4-408E-446F-B26C-132C1E252E9B}" type="parTrans" cxnId="{309CC068-BB7A-4C7C-B566-5A0B7DAA97F1}">
      <dgm:prSet/>
      <dgm:spPr/>
      <dgm:t>
        <a:bodyPr/>
        <a:lstStyle/>
        <a:p>
          <a:endParaRPr lang="en-US"/>
        </a:p>
      </dgm:t>
    </dgm:pt>
    <dgm:pt modelId="{40130363-C001-40D4-90ED-CBB956B16A5E}" type="sibTrans" cxnId="{309CC068-BB7A-4C7C-B566-5A0B7DAA97F1}">
      <dgm:prSet/>
      <dgm:spPr/>
      <dgm:t>
        <a:bodyPr/>
        <a:lstStyle/>
        <a:p>
          <a:endParaRPr lang="en-US"/>
        </a:p>
      </dgm:t>
    </dgm:pt>
    <dgm:pt modelId="{270E84BB-87DD-498E-A3EC-7C1F488629D7}">
      <dgm:prSet/>
      <dgm:spPr/>
      <dgm:t>
        <a:bodyPr/>
        <a:lstStyle/>
        <a:p>
          <a:r>
            <a:rPr lang="en-US" dirty="0"/>
            <a:t>Consecutive wins/losses</a:t>
          </a:r>
        </a:p>
      </dgm:t>
    </dgm:pt>
    <dgm:pt modelId="{87DCB535-B202-489F-84A9-297A05BEE4F8}" type="parTrans" cxnId="{85D09362-62DA-4F5E-85DB-D3B72DACED67}">
      <dgm:prSet/>
      <dgm:spPr/>
      <dgm:t>
        <a:bodyPr/>
        <a:lstStyle/>
        <a:p>
          <a:endParaRPr lang="en-US"/>
        </a:p>
      </dgm:t>
    </dgm:pt>
    <dgm:pt modelId="{F45671F1-4877-4B7D-8A37-AF665F062738}" type="sibTrans" cxnId="{85D09362-62DA-4F5E-85DB-D3B72DACED67}">
      <dgm:prSet/>
      <dgm:spPr/>
      <dgm:t>
        <a:bodyPr/>
        <a:lstStyle/>
        <a:p>
          <a:endParaRPr lang="en-US"/>
        </a:p>
      </dgm:t>
    </dgm:pt>
    <dgm:pt modelId="{A5905A86-8882-4407-807F-8134E6E523A5}">
      <dgm:prSet/>
      <dgm:spPr/>
      <dgm:t>
        <a:bodyPr/>
        <a:lstStyle/>
        <a:p>
          <a:r>
            <a:rPr lang="en-US" dirty="0"/>
            <a:t>Win/Loss Ratio</a:t>
          </a:r>
        </a:p>
      </dgm:t>
    </dgm:pt>
    <dgm:pt modelId="{CA83286E-2FFC-4C06-A104-52002EAEF1BB}" type="parTrans" cxnId="{E657EB0F-A7AE-46DE-8139-15E30F68C704}">
      <dgm:prSet/>
      <dgm:spPr/>
      <dgm:t>
        <a:bodyPr/>
        <a:lstStyle/>
        <a:p>
          <a:endParaRPr lang="en-US"/>
        </a:p>
      </dgm:t>
    </dgm:pt>
    <dgm:pt modelId="{03726F63-B280-46A6-B660-D2E30B46D46E}" type="sibTrans" cxnId="{E657EB0F-A7AE-46DE-8139-15E30F68C704}">
      <dgm:prSet/>
      <dgm:spPr/>
      <dgm:t>
        <a:bodyPr/>
        <a:lstStyle/>
        <a:p>
          <a:endParaRPr lang="en-US"/>
        </a:p>
      </dgm:t>
    </dgm:pt>
    <dgm:pt modelId="{F641B087-6267-476A-9AB5-6D326A3133C9}">
      <dgm:prSet/>
      <dgm:spPr/>
      <dgm:t>
        <a:bodyPr/>
        <a:lstStyle/>
        <a:p>
          <a:r>
            <a:rPr lang="en-US" dirty="0"/>
            <a:t>Maximum Drawdown</a:t>
          </a:r>
        </a:p>
      </dgm:t>
    </dgm:pt>
    <dgm:pt modelId="{F44CA12F-0A76-4963-AB74-567AEDA644A7}" type="parTrans" cxnId="{9F8DCC6D-6AAE-4431-B940-BD85292B0D41}">
      <dgm:prSet/>
      <dgm:spPr/>
      <dgm:t>
        <a:bodyPr/>
        <a:lstStyle/>
        <a:p>
          <a:endParaRPr lang="en-US"/>
        </a:p>
      </dgm:t>
    </dgm:pt>
    <dgm:pt modelId="{AE49B50A-8B99-4EEA-BF50-204425C16C0F}" type="sibTrans" cxnId="{9F8DCC6D-6AAE-4431-B940-BD85292B0D41}">
      <dgm:prSet/>
      <dgm:spPr/>
      <dgm:t>
        <a:bodyPr/>
        <a:lstStyle/>
        <a:p>
          <a:endParaRPr lang="en-US"/>
        </a:p>
      </dgm:t>
    </dgm:pt>
    <dgm:pt modelId="{5E4D5296-07D4-496C-8F85-0B0A58515666}" type="pres">
      <dgm:prSet presAssocID="{DD950CE3-0190-468A-B1D0-361D89944BFD}" presName="matrix" presStyleCnt="0">
        <dgm:presLayoutVars>
          <dgm:chMax val="1"/>
          <dgm:dir/>
          <dgm:resizeHandles val="exact"/>
        </dgm:presLayoutVars>
      </dgm:prSet>
      <dgm:spPr/>
    </dgm:pt>
    <dgm:pt modelId="{6515714D-ACB9-44CB-A7D9-FCA6B649EF5E}" type="pres">
      <dgm:prSet presAssocID="{DD950CE3-0190-468A-B1D0-361D89944BFD}" presName="diamond" presStyleLbl="bgShp" presStyleIdx="0" presStyleCnt="1"/>
      <dgm:spPr/>
    </dgm:pt>
    <dgm:pt modelId="{1D78A00E-506C-4501-87EF-2D88273E0F6E}" type="pres">
      <dgm:prSet presAssocID="{DD950CE3-0190-468A-B1D0-361D89944BF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CD261EB-6E1C-4C14-A889-525F941BE133}" type="pres">
      <dgm:prSet presAssocID="{DD950CE3-0190-468A-B1D0-361D89944BF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440D620-852A-49BD-A7A9-70B0A0F2A68C}" type="pres">
      <dgm:prSet presAssocID="{DD950CE3-0190-468A-B1D0-361D89944BF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8E11555-098A-4049-A9EF-1D88C924B1D2}" type="pres">
      <dgm:prSet presAssocID="{DD950CE3-0190-468A-B1D0-361D89944BF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657EB0F-A7AE-46DE-8139-15E30F68C704}" srcId="{DD950CE3-0190-468A-B1D0-361D89944BFD}" destId="{A5905A86-8882-4407-807F-8134E6E523A5}" srcOrd="2" destOrd="0" parTransId="{CA83286E-2FFC-4C06-A104-52002EAEF1BB}" sibTransId="{03726F63-B280-46A6-B660-D2E30B46D46E}"/>
    <dgm:cxn modelId="{EAED2C20-6BD5-4522-9864-EA5B05981699}" type="presOf" srcId="{A5905A86-8882-4407-807F-8134E6E523A5}" destId="{B440D620-852A-49BD-A7A9-70B0A0F2A68C}" srcOrd="0" destOrd="0" presId="urn:microsoft.com/office/officeart/2005/8/layout/matrix3"/>
    <dgm:cxn modelId="{127E9B5D-EC1F-40DD-A330-9AD1011BF3EC}" type="presOf" srcId="{DD950CE3-0190-468A-B1D0-361D89944BFD}" destId="{5E4D5296-07D4-496C-8F85-0B0A58515666}" srcOrd="0" destOrd="0" presId="urn:microsoft.com/office/officeart/2005/8/layout/matrix3"/>
    <dgm:cxn modelId="{85D09362-62DA-4F5E-85DB-D3B72DACED67}" srcId="{DD950CE3-0190-468A-B1D0-361D89944BFD}" destId="{270E84BB-87DD-498E-A3EC-7C1F488629D7}" srcOrd="1" destOrd="0" parTransId="{87DCB535-B202-489F-84A9-297A05BEE4F8}" sibTransId="{F45671F1-4877-4B7D-8A37-AF665F062738}"/>
    <dgm:cxn modelId="{309CC068-BB7A-4C7C-B566-5A0B7DAA97F1}" srcId="{DD950CE3-0190-468A-B1D0-361D89944BFD}" destId="{8C6988F1-DAAF-49AC-AF99-261C7762A7E8}" srcOrd="0" destOrd="0" parTransId="{BB2EFAF4-408E-446F-B26C-132C1E252E9B}" sibTransId="{40130363-C001-40D4-90ED-CBB956B16A5E}"/>
    <dgm:cxn modelId="{9F8DCC6D-6AAE-4431-B940-BD85292B0D41}" srcId="{DD950CE3-0190-468A-B1D0-361D89944BFD}" destId="{F641B087-6267-476A-9AB5-6D326A3133C9}" srcOrd="3" destOrd="0" parTransId="{F44CA12F-0A76-4963-AB74-567AEDA644A7}" sibTransId="{AE49B50A-8B99-4EEA-BF50-204425C16C0F}"/>
    <dgm:cxn modelId="{77FAFC56-3F37-42FB-8242-43314317E1FD}" type="presOf" srcId="{F641B087-6267-476A-9AB5-6D326A3133C9}" destId="{38E11555-098A-4049-A9EF-1D88C924B1D2}" srcOrd="0" destOrd="0" presId="urn:microsoft.com/office/officeart/2005/8/layout/matrix3"/>
    <dgm:cxn modelId="{D8F479E0-40E4-4FBD-AC79-6D5878B033D0}" type="presOf" srcId="{8C6988F1-DAAF-49AC-AF99-261C7762A7E8}" destId="{1D78A00E-506C-4501-87EF-2D88273E0F6E}" srcOrd="0" destOrd="0" presId="urn:microsoft.com/office/officeart/2005/8/layout/matrix3"/>
    <dgm:cxn modelId="{2C1410E9-72AF-43DE-8088-60B3F61A7332}" type="presOf" srcId="{270E84BB-87DD-498E-A3EC-7C1F488629D7}" destId="{3CD261EB-6E1C-4C14-A889-525F941BE133}" srcOrd="0" destOrd="0" presId="urn:microsoft.com/office/officeart/2005/8/layout/matrix3"/>
    <dgm:cxn modelId="{1ACF2CF3-C30F-4BDA-9910-2E279DBEE947}" type="presParOf" srcId="{5E4D5296-07D4-496C-8F85-0B0A58515666}" destId="{6515714D-ACB9-44CB-A7D9-FCA6B649EF5E}" srcOrd="0" destOrd="0" presId="urn:microsoft.com/office/officeart/2005/8/layout/matrix3"/>
    <dgm:cxn modelId="{41E754BE-0546-4381-9DD8-4788017C7864}" type="presParOf" srcId="{5E4D5296-07D4-496C-8F85-0B0A58515666}" destId="{1D78A00E-506C-4501-87EF-2D88273E0F6E}" srcOrd="1" destOrd="0" presId="urn:microsoft.com/office/officeart/2005/8/layout/matrix3"/>
    <dgm:cxn modelId="{57D66DBF-B282-4D3A-AB98-DE64E1FE6724}" type="presParOf" srcId="{5E4D5296-07D4-496C-8F85-0B0A58515666}" destId="{3CD261EB-6E1C-4C14-A889-525F941BE133}" srcOrd="2" destOrd="0" presId="urn:microsoft.com/office/officeart/2005/8/layout/matrix3"/>
    <dgm:cxn modelId="{11F87E29-8CCB-4473-B21B-AE280BF60270}" type="presParOf" srcId="{5E4D5296-07D4-496C-8F85-0B0A58515666}" destId="{B440D620-852A-49BD-A7A9-70B0A0F2A68C}" srcOrd="3" destOrd="0" presId="urn:microsoft.com/office/officeart/2005/8/layout/matrix3"/>
    <dgm:cxn modelId="{B2C64C51-2E8A-487F-9993-361D35E16A73}" type="presParOf" srcId="{5E4D5296-07D4-496C-8F85-0B0A58515666}" destId="{38E11555-098A-4049-A9EF-1D88C924B1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B314915E-CB2B-4AD6-8DF9-865039DAC3E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93CE2E-BBE7-4A81-96CD-72A7748A78A0}">
      <dgm:prSet/>
      <dgm:spPr/>
      <dgm:t>
        <a:bodyPr/>
        <a:lstStyle/>
        <a:p>
          <a:r>
            <a:rPr lang="en-US"/>
            <a:t>The bot was tested in real-time on the Binance Testnet.</a:t>
          </a:r>
        </a:p>
      </dgm:t>
    </dgm:pt>
    <dgm:pt modelId="{A069A0AA-90C6-4BE3-AC90-AE3E7D7DD42C}" type="parTrans" cxnId="{4DC6CCC7-D166-4EF5-A984-E8103EDB50F0}">
      <dgm:prSet/>
      <dgm:spPr/>
      <dgm:t>
        <a:bodyPr/>
        <a:lstStyle/>
        <a:p>
          <a:endParaRPr lang="en-US"/>
        </a:p>
      </dgm:t>
    </dgm:pt>
    <dgm:pt modelId="{486C09CB-5979-4A24-9914-40EC0B969E5F}" type="sibTrans" cxnId="{4DC6CCC7-D166-4EF5-A984-E8103EDB50F0}">
      <dgm:prSet/>
      <dgm:spPr/>
      <dgm:t>
        <a:bodyPr/>
        <a:lstStyle/>
        <a:p>
          <a:endParaRPr lang="en-US"/>
        </a:p>
      </dgm:t>
    </dgm:pt>
    <dgm:pt modelId="{76B0C0A5-2516-4DDD-B187-7F2F0E1AD2D7}">
      <dgm:prSet/>
      <dgm:spPr/>
      <dgm:t>
        <a:bodyPr/>
        <a:lstStyle/>
        <a:p>
          <a:r>
            <a:rPr lang="en-US" dirty="0"/>
            <a:t>Results showed a consistent performance with positive ROI.</a:t>
          </a:r>
        </a:p>
      </dgm:t>
    </dgm:pt>
    <dgm:pt modelId="{5C101113-E265-4182-B6A3-3E4EEE34000C}" type="parTrans" cxnId="{A76EB971-A40C-4169-90D9-38D3B3108DAB}">
      <dgm:prSet/>
      <dgm:spPr/>
      <dgm:t>
        <a:bodyPr/>
        <a:lstStyle/>
        <a:p>
          <a:endParaRPr lang="en-US"/>
        </a:p>
      </dgm:t>
    </dgm:pt>
    <dgm:pt modelId="{C3034150-0940-4371-BA02-2BAF7DA55DCD}" type="sibTrans" cxnId="{A76EB971-A40C-4169-90D9-38D3B3108DAB}">
      <dgm:prSet/>
      <dgm:spPr/>
      <dgm:t>
        <a:bodyPr/>
        <a:lstStyle/>
        <a:p>
          <a:endParaRPr lang="en-US"/>
        </a:p>
      </dgm:t>
    </dgm:pt>
    <dgm:pt modelId="{90EEF9B7-925E-403B-A9A9-42DBD36F16B5}" type="pres">
      <dgm:prSet presAssocID="{B314915E-CB2B-4AD6-8DF9-865039DAC3EA}" presName="linear" presStyleCnt="0">
        <dgm:presLayoutVars>
          <dgm:animLvl val="lvl"/>
          <dgm:resizeHandles val="exact"/>
        </dgm:presLayoutVars>
      </dgm:prSet>
      <dgm:spPr/>
    </dgm:pt>
    <dgm:pt modelId="{2AD4ABE6-1A1C-4C00-9CD5-6412E9A2B122}" type="pres">
      <dgm:prSet presAssocID="{8993CE2E-BBE7-4A81-96CD-72A7748A78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F40102-870D-4DE3-B16C-43CB2D779FEB}" type="pres">
      <dgm:prSet presAssocID="{486C09CB-5979-4A24-9914-40EC0B969E5F}" presName="spacer" presStyleCnt="0"/>
      <dgm:spPr/>
    </dgm:pt>
    <dgm:pt modelId="{C0879207-B07A-48AA-A910-0A65AC4E8088}" type="pres">
      <dgm:prSet presAssocID="{76B0C0A5-2516-4DDD-B187-7F2F0E1AD2D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C1B645B-4A7E-407D-B989-8E9FBF54AF68}" type="presOf" srcId="{8993CE2E-BBE7-4A81-96CD-72A7748A78A0}" destId="{2AD4ABE6-1A1C-4C00-9CD5-6412E9A2B122}" srcOrd="0" destOrd="0" presId="urn:microsoft.com/office/officeart/2005/8/layout/vList2"/>
    <dgm:cxn modelId="{A76EB971-A40C-4169-90D9-38D3B3108DAB}" srcId="{B314915E-CB2B-4AD6-8DF9-865039DAC3EA}" destId="{76B0C0A5-2516-4DDD-B187-7F2F0E1AD2D7}" srcOrd="1" destOrd="0" parTransId="{5C101113-E265-4182-B6A3-3E4EEE34000C}" sibTransId="{C3034150-0940-4371-BA02-2BAF7DA55DCD}"/>
    <dgm:cxn modelId="{591554A3-D984-433E-9543-D1C3CCC9E89D}" type="presOf" srcId="{76B0C0A5-2516-4DDD-B187-7F2F0E1AD2D7}" destId="{C0879207-B07A-48AA-A910-0A65AC4E8088}" srcOrd="0" destOrd="0" presId="urn:microsoft.com/office/officeart/2005/8/layout/vList2"/>
    <dgm:cxn modelId="{55B7F6AE-8B72-43C5-97FE-E8FCFB5F2CF4}" type="presOf" srcId="{B314915E-CB2B-4AD6-8DF9-865039DAC3EA}" destId="{90EEF9B7-925E-403B-A9A9-42DBD36F16B5}" srcOrd="0" destOrd="0" presId="urn:microsoft.com/office/officeart/2005/8/layout/vList2"/>
    <dgm:cxn modelId="{4DC6CCC7-D166-4EF5-A984-E8103EDB50F0}" srcId="{B314915E-CB2B-4AD6-8DF9-865039DAC3EA}" destId="{8993CE2E-BBE7-4A81-96CD-72A7748A78A0}" srcOrd="0" destOrd="0" parTransId="{A069A0AA-90C6-4BE3-AC90-AE3E7D7DD42C}" sibTransId="{486C09CB-5979-4A24-9914-40EC0B969E5F}"/>
    <dgm:cxn modelId="{28486ADE-2D16-4DB3-9983-D41837AEEBD1}" type="presParOf" srcId="{90EEF9B7-925E-403B-A9A9-42DBD36F16B5}" destId="{2AD4ABE6-1A1C-4C00-9CD5-6412E9A2B122}" srcOrd="0" destOrd="0" presId="urn:microsoft.com/office/officeart/2005/8/layout/vList2"/>
    <dgm:cxn modelId="{86A1B857-E27D-4274-A47A-0726AC62DCDE}" type="presParOf" srcId="{90EEF9B7-925E-403B-A9A9-42DBD36F16B5}" destId="{62F40102-870D-4DE3-B16C-43CB2D779FEB}" srcOrd="1" destOrd="0" presId="urn:microsoft.com/office/officeart/2005/8/layout/vList2"/>
    <dgm:cxn modelId="{834EA9B7-1B31-453C-AB44-84D0951F984E}" type="presParOf" srcId="{90EEF9B7-925E-403B-A9A9-42DBD36F16B5}" destId="{C0879207-B07A-48AA-A910-0A65AC4E808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A1DEB607-353A-4C52-A5CA-26E75D07BFA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3895A8B-DD8F-46A7-AAE7-597287A0F101}">
      <dgm:prSet/>
      <dgm:spPr/>
      <dgm:t>
        <a:bodyPr/>
        <a:lstStyle/>
        <a:p>
          <a:r>
            <a:rPr lang="en-US"/>
            <a:t>Further optimizations include fine-tuning the strategy and improving risk management.</a:t>
          </a:r>
        </a:p>
      </dgm:t>
    </dgm:pt>
    <dgm:pt modelId="{0D4A77F0-AE39-402F-B151-1070AB0EC79A}" type="parTrans" cxnId="{9522E375-A49C-4FD0-BF48-A09022C4DD20}">
      <dgm:prSet/>
      <dgm:spPr/>
      <dgm:t>
        <a:bodyPr/>
        <a:lstStyle/>
        <a:p>
          <a:endParaRPr lang="en-US"/>
        </a:p>
      </dgm:t>
    </dgm:pt>
    <dgm:pt modelId="{A6BB2077-10A2-431E-A88E-C1A6DF315065}" type="sibTrans" cxnId="{9522E375-A49C-4FD0-BF48-A09022C4DD20}">
      <dgm:prSet/>
      <dgm:spPr/>
      <dgm:t>
        <a:bodyPr/>
        <a:lstStyle/>
        <a:p>
          <a:endParaRPr lang="en-US"/>
        </a:p>
      </dgm:t>
    </dgm:pt>
    <dgm:pt modelId="{92F65812-42BF-4BA7-86E7-10E015D37F0D}">
      <dgm:prSet/>
      <dgm:spPr/>
      <dgm:t>
        <a:bodyPr/>
        <a:lstStyle/>
        <a:p>
          <a:r>
            <a:rPr lang="en-US"/>
            <a:t>Future work may involve exploring additional indicators and AI techniques.</a:t>
          </a:r>
        </a:p>
      </dgm:t>
    </dgm:pt>
    <dgm:pt modelId="{15763014-1472-45B1-80F7-C78A4EDF23F3}" type="parTrans" cxnId="{C4F33021-8912-490D-BC3F-4A11C4A254E0}">
      <dgm:prSet/>
      <dgm:spPr/>
      <dgm:t>
        <a:bodyPr/>
        <a:lstStyle/>
        <a:p>
          <a:endParaRPr lang="en-US"/>
        </a:p>
      </dgm:t>
    </dgm:pt>
    <dgm:pt modelId="{E8E8940C-F988-4D33-938A-94EC88DCE213}" type="sibTrans" cxnId="{C4F33021-8912-490D-BC3F-4A11C4A254E0}">
      <dgm:prSet/>
      <dgm:spPr/>
      <dgm:t>
        <a:bodyPr/>
        <a:lstStyle/>
        <a:p>
          <a:endParaRPr lang="en-US"/>
        </a:p>
      </dgm:t>
    </dgm:pt>
    <dgm:pt modelId="{733A9909-029C-4886-A438-B32DEF322E12}" type="pres">
      <dgm:prSet presAssocID="{A1DEB607-353A-4C52-A5CA-26E75D07BFA4}" presName="root" presStyleCnt="0">
        <dgm:presLayoutVars>
          <dgm:dir/>
          <dgm:resizeHandles val="exact"/>
        </dgm:presLayoutVars>
      </dgm:prSet>
      <dgm:spPr/>
    </dgm:pt>
    <dgm:pt modelId="{346971BA-CE7F-4302-9230-18B552E357F7}" type="pres">
      <dgm:prSet presAssocID="{A1DEB607-353A-4C52-A5CA-26E75D07BFA4}" presName="container" presStyleCnt="0">
        <dgm:presLayoutVars>
          <dgm:dir/>
          <dgm:resizeHandles val="exact"/>
        </dgm:presLayoutVars>
      </dgm:prSet>
      <dgm:spPr/>
    </dgm:pt>
    <dgm:pt modelId="{31B68B25-4AFA-4AA9-B949-AF0B7DD348C3}" type="pres">
      <dgm:prSet presAssocID="{A3895A8B-DD8F-46A7-AAE7-597287A0F101}" presName="compNode" presStyleCnt="0"/>
      <dgm:spPr/>
    </dgm:pt>
    <dgm:pt modelId="{1CC98F14-AF83-4537-9120-78B8C3F349FD}" type="pres">
      <dgm:prSet presAssocID="{A3895A8B-DD8F-46A7-AAE7-597287A0F101}" presName="iconBgRect" presStyleLbl="bgShp" presStyleIdx="0" presStyleCnt="2"/>
      <dgm:spPr/>
    </dgm:pt>
    <dgm:pt modelId="{4C8D3542-CEAC-4631-91BA-25EA44CCCD09}" type="pres">
      <dgm:prSet presAssocID="{A3895A8B-DD8F-46A7-AAE7-597287A0F10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866F0B9-BBC4-48CB-9F05-DC2C16624983}" type="pres">
      <dgm:prSet presAssocID="{A3895A8B-DD8F-46A7-AAE7-597287A0F101}" presName="spaceRect" presStyleCnt="0"/>
      <dgm:spPr/>
    </dgm:pt>
    <dgm:pt modelId="{131239B9-10DD-45A4-8B4B-83BC8AB6A14B}" type="pres">
      <dgm:prSet presAssocID="{A3895A8B-DD8F-46A7-AAE7-597287A0F101}" presName="textRect" presStyleLbl="revTx" presStyleIdx="0" presStyleCnt="2">
        <dgm:presLayoutVars>
          <dgm:chMax val="1"/>
          <dgm:chPref val="1"/>
        </dgm:presLayoutVars>
      </dgm:prSet>
      <dgm:spPr/>
    </dgm:pt>
    <dgm:pt modelId="{4DD76B7B-04AC-48B4-A0DF-768F2A0DC871}" type="pres">
      <dgm:prSet presAssocID="{A6BB2077-10A2-431E-A88E-C1A6DF315065}" presName="sibTrans" presStyleLbl="sibTrans2D1" presStyleIdx="0" presStyleCnt="0"/>
      <dgm:spPr/>
    </dgm:pt>
    <dgm:pt modelId="{66ADB949-F175-48E4-81CF-925AFB6849DC}" type="pres">
      <dgm:prSet presAssocID="{92F65812-42BF-4BA7-86E7-10E015D37F0D}" presName="compNode" presStyleCnt="0"/>
      <dgm:spPr/>
    </dgm:pt>
    <dgm:pt modelId="{9E688E59-59B8-46C9-BC00-BA2B8F68884A}" type="pres">
      <dgm:prSet presAssocID="{92F65812-42BF-4BA7-86E7-10E015D37F0D}" presName="iconBgRect" presStyleLbl="bgShp" presStyleIdx="1" presStyleCnt="2"/>
      <dgm:spPr/>
    </dgm:pt>
    <dgm:pt modelId="{3DC6DF31-38E4-4CB6-9716-8AE224C4312F}" type="pres">
      <dgm:prSet presAssocID="{92F65812-42BF-4BA7-86E7-10E015D37F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1266CB7D-25D5-4351-BE6D-0D002440FDDA}" type="pres">
      <dgm:prSet presAssocID="{92F65812-42BF-4BA7-86E7-10E015D37F0D}" presName="spaceRect" presStyleCnt="0"/>
      <dgm:spPr/>
    </dgm:pt>
    <dgm:pt modelId="{6CDD6A2E-A678-4200-A262-495A0E70A0D5}" type="pres">
      <dgm:prSet presAssocID="{92F65812-42BF-4BA7-86E7-10E015D37F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4F33021-8912-490D-BC3F-4A11C4A254E0}" srcId="{A1DEB607-353A-4C52-A5CA-26E75D07BFA4}" destId="{92F65812-42BF-4BA7-86E7-10E015D37F0D}" srcOrd="1" destOrd="0" parTransId="{15763014-1472-45B1-80F7-C78A4EDF23F3}" sibTransId="{E8E8940C-F988-4D33-938A-94EC88DCE213}"/>
    <dgm:cxn modelId="{D2A80E34-2E15-444D-A6BC-30C6DC64D025}" type="presOf" srcId="{A3895A8B-DD8F-46A7-AAE7-597287A0F101}" destId="{131239B9-10DD-45A4-8B4B-83BC8AB6A14B}" srcOrd="0" destOrd="0" presId="urn:microsoft.com/office/officeart/2018/2/layout/IconCircleList"/>
    <dgm:cxn modelId="{00360252-B321-41C8-8F27-7C13BB929163}" type="presOf" srcId="{A6BB2077-10A2-431E-A88E-C1A6DF315065}" destId="{4DD76B7B-04AC-48B4-A0DF-768F2A0DC871}" srcOrd="0" destOrd="0" presId="urn:microsoft.com/office/officeart/2018/2/layout/IconCircleList"/>
    <dgm:cxn modelId="{9522E375-A49C-4FD0-BF48-A09022C4DD20}" srcId="{A1DEB607-353A-4C52-A5CA-26E75D07BFA4}" destId="{A3895A8B-DD8F-46A7-AAE7-597287A0F101}" srcOrd="0" destOrd="0" parTransId="{0D4A77F0-AE39-402F-B151-1070AB0EC79A}" sibTransId="{A6BB2077-10A2-431E-A88E-C1A6DF315065}"/>
    <dgm:cxn modelId="{A976C27B-2F0B-4563-8A6B-C8AC135FCB5E}" type="presOf" srcId="{A1DEB607-353A-4C52-A5CA-26E75D07BFA4}" destId="{733A9909-029C-4886-A438-B32DEF322E12}" srcOrd="0" destOrd="0" presId="urn:microsoft.com/office/officeart/2018/2/layout/IconCircleList"/>
    <dgm:cxn modelId="{CA5A0DC1-8540-4DA5-ACD4-FDD1561B71EC}" type="presOf" srcId="{92F65812-42BF-4BA7-86E7-10E015D37F0D}" destId="{6CDD6A2E-A678-4200-A262-495A0E70A0D5}" srcOrd="0" destOrd="0" presId="urn:microsoft.com/office/officeart/2018/2/layout/IconCircleList"/>
    <dgm:cxn modelId="{0456F353-870C-46F7-97E5-52DA600C2C5B}" type="presParOf" srcId="{733A9909-029C-4886-A438-B32DEF322E12}" destId="{346971BA-CE7F-4302-9230-18B552E357F7}" srcOrd="0" destOrd="0" presId="urn:microsoft.com/office/officeart/2018/2/layout/IconCircleList"/>
    <dgm:cxn modelId="{B22B25D7-BFA1-49A4-A67B-94012AFAD7E8}" type="presParOf" srcId="{346971BA-CE7F-4302-9230-18B552E357F7}" destId="{31B68B25-4AFA-4AA9-B949-AF0B7DD348C3}" srcOrd="0" destOrd="0" presId="urn:microsoft.com/office/officeart/2018/2/layout/IconCircleList"/>
    <dgm:cxn modelId="{9D11D818-F1BD-4C75-96D3-5BB6166A0531}" type="presParOf" srcId="{31B68B25-4AFA-4AA9-B949-AF0B7DD348C3}" destId="{1CC98F14-AF83-4537-9120-78B8C3F349FD}" srcOrd="0" destOrd="0" presId="urn:microsoft.com/office/officeart/2018/2/layout/IconCircleList"/>
    <dgm:cxn modelId="{BA4C8956-5CA7-401D-9EA5-220C7E4EA690}" type="presParOf" srcId="{31B68B25-4AFA-4AA9-B949-AF0B7DD348C3}" destId="{4C8D3542-CEAC-4631-91BA-25EA44CCCD09}" srcOrd="1" destOrd="0" presId="urn:microsoft.com/office/officeart/2018/2/layout/IconCircleList"/>
    <dgm:cxn modelId="{83ABA976-008F-4174-9C9C-924EA59322CF}" type="presParOf" srcId="{31B68B25-4AFA-4AA9-B949-AF0B7DD348C3}" destId="{8866F0B9-BBC4-48CB-9F05-DC2C16624983}" srcOrd="2" destOrd="0" presId="urn:microsoft.com/office/officeart/2018/2/layout/IconCircleList"/>
    <dgm:cxn modelId="{41A2B5E6-BACC-461A-8A4C-EECCD309842A}" type="presParOf" srcId="{31B68B25-4AFA-4AA9-B949-AF0B7DD348C3}" destId="{131239B9-10DD-45A4-8B4B-83BC8AB6A14B}" srcOrd="3" destOrd="0" presId="urn:microsoft.com/office/officeart/2018/2/layout/IconCircleList"/>
    <dgm:cxn modelId="{0EB587A9-E528-4371-8465-20EAA7682888}" type="presParOf" srcId="{346971BA-CE7F-4302-9230-18B552E357F7}" destId="{4DD76B7B-04AC-48B4-A0DF-768F2A0DC871}" srcOrd="1" destOrd="0" presId="urn:microsoft.com/office/officeart/2018/2/layout/IconCircleList"/>
    <dgm:cxn modelId="{125665D6-8F67-4230-9FD3-994CDF38F781}" type="presParOf" srcId="{346971BA-CE7F-4302-9230-18B552E357F7}" destId="{66ADB949-F175-48E4-81CF-925AFB6849DC}" srcOrd="2" destOrd="0" presId="urn:microsoft.com/office/officeart/2018/2/layout/IconCircleList"/>
    <dgm:cxn modelId="{E8EF7028-2593-48B9-A531-D19042791CEF}" type="presParOf" srcId="{66ADB949-F175-48E4-81CF-925AFB6849DC}" destId="{9E688E59-59B8-46C9-BC00-BA2B8F68884A}" srcOrd="0" destOrd="0" presId="urn:microsoft.com/office/officeart/2018/2/layout/IconCircleList"/>
    <dgm:cxn modelId="{34CCBC5D-D51C-4418-97C9-76787F959FD3}" type="presParOf" srcId="{66ADB949-F175-48E4-81CF-925AFB6849DC}" destId="{3DC6DF31-38E4-4CB6-9716-8AE224C4312F}" srcOrd="1" destOrd="0" presId="urn:microsoft.com/office/officeart/2018/2/layout/IconCircleList"/>
    <dgm:cxn modelId="{271092A8-17ED-4548-9A75-298BEC67E487}" type="presParOf" srcId="{66ADB949-F175-48E4-81CF-925AFB6849DC}" destId="{1266CB7D-25D5-4351-BE6D-0D002440FDDA}" srcOrd="2" destOrd="0" presId="urn:microsoft.com/office/officeart/2018/2/layout/IconCircleList"/>
    <dgm:cxn modelId="{630491E9-CCDB-4EE1-8F3E-A6D46603ED7C}" type="presParOf" srcId="{66ADB949-F175-48E4-81CF-925AFB6849DC}" destId="{6CDD6A2E-A678-4200-A262-495A0E70A0D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7BFD2DE8-19A1-41FA-A118-5672DC7F15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E431924-DBBF-40C1-AEEA-A72FE1175ABC}">
      <dgm:prSet/>
      <dgm:spPr/>
      <dgm:t>
        <a:bodyPr/>
        <a:lstStyle/>
        <a:p>
          <a:r>
            <a:rPr lang="en-US"/>
            <a:t>The trading bot successfully demonstrated the potential of algorithmic trading.</a:t>
          </a:r>
        </a:p>
      </dgm:t>
    </dgm:pt>
    <dgm:pt modelId="{7BB832E6-FC2A-4B2F-A575-43DD70FE9843}" type="parTrans" cxnId="{CB166922-7478-4795-AA64-DFBC18DC378C}">
      <dgm:prSet/>
      <dgm:spPr/>
      <dgm:t>
        <a:bodyPr/>
        <a:lstStyle/>
        <a:p>
          <a:endParaRPr lang="en-US"/>
        </a:p>
      </dgm:t>
    </dgm:pt>
    <dgm:pt modelId="{9CDE0897-11FF-4116-8981-7A7886D406BB}" type="sibTrans" cxnId="{CB166922-7478-4795-AA64-DFBC18DC378C}">
      <dgm:prSet/>
      <dgm:spPr/>
      <dgm:t>
        <a:bodyPr/>
        <a:lstStyle/>
        <a:p>
          <a:endParaRPr lang="en-US"/>
        </a:p>
      </dgm:t>
    </dgm:pt>
    <dgm:pt modelId="{10EE68C5-BDC2-47BB-9FEA-B9DABD72783B}">
      <dgm:prSet/>
      <dgm:spPr/>
      <dgm:t>
        <a:bodyPr/>
        <a:lstStyle/>
        <a:p>
          <a:r>
            <a:rPr lang="en-US"/>
            <a:t>It highlights the importance of robust strategies, continuous monitoring, and optimization.</a:t>
          </a:r>
        </a:p>
      </dgm:t>
    </dgm:pt>
    <dgm:pt modelId="{4CE75048-BD1E-4932-9174-C53A271DC4A2}" type="parTrans" cxnId="{202EBE8A-B472-4D4C-8AA6-1CF90241CE0A}">
      <dgm:prSet/>
      <dgm:spPr/>
      <dgm:t>
        <a:bodyPr/>
        <a:lstStyle/>
        <a:p>
          <a:endParaRPr lang="en-US"/>
        </a:p>
      </dgm:t>
    </dgm:pt>
    <dgm:pt modelId="{9CC69E5F-8A35-43A4-9051-FA07367207C5}" type="sibTrans" cxnId="{202EBE8A-B472-4D4C-8AA6-1CF90241CE0A}">
      <dgm:prSet/>
      <dgm:spPr/>
      <dgm:t>
        <a:bodyPr/>
        <a:lstStyle/>
        <a:p>
          <a:endParaRPr lang="en-US"/>
        </a:p>
      </dgm:t>
    </dgm:pt>
    <dgm:pt modelId="{9857F2B8-8830-4782-B1E9-43AF944EE50E}" type="pres">
      <dgm:prSet presAssocID="{7BFD2DE8-19A1-41FA-A118-5672DC7F156E}" presName="root" presStyleCnt="0">
        <dgm:presLayoutVars>
          <dgm:dir/>
          <dgm:resizeHandles val="exact"/>
        </dgm:presLayoutVars>
      </dgm:prSet>
      <dgm:spPr/>
    </dgm:pt>
    <dgm:pt modelId="{F512C0DE-D3B8-47C2-85EC-7FE77ACFF32E}" type="pres">
      <dgm:prSet presAssocID="{FE431924-DBBF-40C1-AEEA-A72FE1175ABC}" presName="compNode" presStyleCnt="0"/>
      <dgm:spPr/>
    </dgm:pt>
    <dgm:pt modelId="{C64B3799-6815-419D-8E63-415A1530C2B0}" type="pres">
      <dgm:prSet presAssocID="{FE431924-DBBF-40C1-AEEA-A72FE1175ABC}" presName="bgRect" presStyleLbl="bgShp" presStyleIdx="0" presStyleCnt="2"/>
      <dgm:spPr/>
    </dgm:pt>
    <dgm:pt modelId="{84B6DF67-7970-4497-BD80-DFE83920C083}" type="pres">
      <dgm:prSet presAssocID="{FE431924-DBBF-40C1-AEEA-A72FE1175AB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EE8E724-569A-4CF9-9255-E954885843BE}" type="pres">
      <dgm:prSet presAssocID="{FE431924-DBBF-40C1-AEEA-A72FE1175ABC}" presName="spaceRect" presStyleCnt="0"/>
      <dgm:spPr/>
    </dgm:pt>
    <dgm:pt modelId="{48C508DF-4471-421E-ADB7-5E2237E697D3}" type="pres">
      <dgm:prSet presAssocID="{FE431924-DBBF-40C1-AEEA-A72FE1175ABC}" presName="parTx" presStyleLbl="revTx" presStyleIdx="0" presStyleCnt="2">
        <dgm:presLayoutVars>
          <dgm:chMax val="0"/>
          <dgm:chPref val="0"/>
        </dgm:presLayoutVars>
      </dgm:prSet>
      <dgm:spPr/>
    </dgm:pt>
    <dgm:pt modelId="{E7A86C58-DA04-49E6-95A0-2934FC7F40BD}" type="pres">
      <dgm:prSet presAssocID="{9CDE0897-11FF-4116-8981-7A7886D406BB}" presName="sibTrans" presStyleCnt="0"/>
      <dgm:spPr/>
    </dgm:pt>
    <dgm:pt modelId="{BB0FEAD9-23D5-455D-B40F-19C70307E47D}" type="pres">
      <dgm:prSet presAssocID="{10EE68C5-BDC2-47BB-9FEA-B9DABD72783B}" presName="compNode" presStyleCnt="0"/>
      <dgm:spPr/>
    </dgm:pt>
    <dgm:pt modelId="{6B1FD494-9A86-4D08-A915-1F9ACDBB4991}" type="pres">
      <dgm:prSet presAssocID="{10EE68C5-BDC2-47BB-9FEA-B9DABD72783B}" presName="bgRect" presStyleLbl="bgShp" presStyleIdx="1" presStyleCnt="2"/>
      <dgm:spPr/>
    </dgm:pt>
    <dgm:pt modelId="{411B3EC3-1465-4D9E-8005-CD5EF159ED5B}" type="pres">
      <dgm:prSet presAssocID="{10EE68C5-BDC2-47BB-9FEA-B9DABD72783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F0BD0ABA-BE40-4731-A9A6-9DC2EE726F04}" type="pres">
      <dgm:prSet presAssocID="{10EE68C5-BDC2-47BB-9FEA-B9DABD72783B}" presName="spaceRect" presStyleCnt="0"/>
      <dgm:spPr/>
    </dgm:pt>
    <dgm:pt modelId="{DB631513-A79E-40FE-B58C-F6962B668469}" type="pres">
      <dgm:prSet presAssocID="{10EE68C5-BDC2-47BB-9FEA-B9DABD72783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5D8A50C-0F86-423C-881D-497E51152896}" type="presOf" srcId="{7BFD2DE8-19A1-41FA-A118-5672DC7F156E}" destId="{9857F2B8-8830-4782-B1E9-43AF944EE50E}" srcOrd="0" destOrd="0" presId="urn:microsoft.com/office/officeart/2018/2/layout/IconVerticalSolidList"/>
    <dgm:cxn modelId="{CB166922-7478-4795-AA64-DFBC18DC378C}" srcId="{7BFD2DE8-19A1-41FA-A118-5672DC7F156E}" destId="{FE431924-DBBF-40C1-AEEA-A72FE1175ABC}" srcOrd="0" destOrd="0" parTransId="{7BB832E6-FC2A-4B2F-A575-43DD70FE9843}" sibTransId="{9CDE0897-11FF-4116-8981-7A7886D406BB}"/>
    <dgm:cxn modelId="{202EBE8A-B472-4D4C-8AA6-1CF90241CE0A}" srcId="{7BFD2DE8-19A1-41FA-A118-5672DC7F156E}" destId="{10EE68C5-BDC2-47BB-9FEA-B9DABD72783B}" srcOrd="1" destOrd="0" parTransId="{4CE75048-BD1E-4932-9174-C53A271DC4A2}" sibTransId="{9CC69E5F-8A35-43A4-9051-FA07367207C5}"/>
    <dgm:cxn modelId="{584C9CB1-6C18-4688-AD18-5B9B3270BE4B}" type="presOf" srcId="{10EE68C5-BDC2-47BB-9FEA-B9DABD72783B}" destId="{DB631513-A79E-40FE-B58C-F6962B668469}" srcOrd="0" destOrd="0" presId="urn:microsoft.com/office/officeart/2018/2/layout/IconVerticalSolidList"/>
    <dgm:cxn modelId="{B2384DF0-8A92-4196-ABEC-8CCC8CAB77E0}" type="presOf" srcId="{FE431924-DBBF-40C1-AEEA-A72FE1175ABC}" destId="{48C508DF-4471-421E-ADB7-5E2237E697D3}" srcOrd="0" destOrd="0" presId="urn:microsoft.com/office/officeart/2018/2/layout/IconVerticalSolidList"/>
    <dgm:cxn modelId="{33B7935B-AE41-46DE-AA00-53AA4E238C0D}" type="presParOf" srcId="{9857F2B8-8830-4782-B1E9-43AF944EE50E}" destId="{F512C0DE-D3B8-47C2-85EC-7FE77ACFF32E}" srcOrd="0" destOrd="0" presId="urn:microsoft.com/office/officeart/2018/2/layout/IconVerticalSolidList"/>
    <dgm:cxn modelId="{62DFE723-8D20-40C9-89F2-690123A1F62F}" type="presParOf" srcId="{F512C0DE-D3B8-47C2-85EC-7FE77ACFF32E}" destId="{C64B3799-6815-419D-8E63-415A1530C2B0}" srcOrd="0" destOrd="0" presId="urn:microsoft.com/office/officeart/2018/2/layout/IconVerticalSolidList"/>
    <dgm:cxn modelId="{92E2BB4E-2440-44B0-AFC1-68DDAA58E371}" type="presParOf" srcId="{F512C0DE-D3B8-47C2-85EC-7FE77ACFF32E}" destId="{84B6DF67-7970-4497-BD80-DFE83920C083}" srcOrd="1" destOrd="0" presId="urn:microsoft.com/office/officeart/2018/2/layout/IconVerticalSolidList"/>
    <dgm:cxn modelId="{A70261C8-284C-4C3D-AEAB-6477A22D808B}" type="presParOf" srcId="{F512C0DE-D3B8-47C2-85EC-7FE77ACFF32E}" destId="{1EE8E724-569A-4CF9-9255-E954885843BE}" srcOrd="2" destOrd="0" presId="urn:microsoft.com/office/officeart/2018/2/layout/IconVerticalSolidList"/>
    <dgm:cxn modelId="{019A2B43-1768-4829-8B55-16C8466CB7A2}" type="presParOf" srcId="{F512C0DE-D3B8-47C2-85EC-7FE77ACFF32E}" destId="{48C508DF-4471-421E-ADB7-5E2237E697D3}" srcOrd="3" destOrd="0" presId="urn:microsoft.com/office/officeart/2018/2/layout/IconVerticalSolidList"/>
    <dgm:cxn modelId="{B9A0A1C8-8474-4E05-AC50-C37699EDD0DC}" type="presParOf" srcId="{9857F2B8-8830-4782-B1E9-43AF944EE50E}" destId="{E7A86C58-DA04-49E6-95A0-2934FC7F40BD}" srcOrd="1" destOrd="0" presId="urn:microsoft.com/office/officeart/2018/2/layout/IconVerticalSolidList"/>
    <dgm:cxn modelId="{AA4D948D-F72C-47B0-A7C2-27BE4560DB70}" type="presParOf" srcId="{9857F2B8-8830-4782-B1E9-43AF944EE50E}" destId="{BB0FEAD9-23D5-455D-B40F-19C70307E47D}" srcOrd="2" destOrd="0" presId="urn:microsoft.com/office/officeart/2018/2/layout/IconVerticalSolidList"/>
    <dgm:cxn modelId="{F08B0BC9-8A9C-4FBE-9DCD-C5883FBFC793}" type="presParOf" srcId="{BB0FEAD9-23D5-455D-B40F-19C70307E47D}" destId="{6B1FD494-9A86-4D08-A915-1F9ACDBB4991}" srcOrd="0" destOrd="0" presId="urn:microsoft.com/office/officeart/2018/2/layout/IconVerticalSolidList"/>
    <dgm:cxn modelId="{DACCA182-D4B3-4BEC-9B1F-BE2E7F68DA3E}" type="presParOf" srcId="{BB0FEAD9-23D5-455D-B40F-19C70307E47D}" destId="{411B3EC3-1465-4D9E-8005-CD5EF159ED5B}" srcOrd="1" destOrd="0" presId="urn:microsoft.com/office/officeart/2018/2/layout/IconVerticalSolidList"/>
    <dgm:cxn modelId="{0D88AC5C-8F75-4926-AF46-AE29BD3612BD}" type="presParOf" srcId="{BB0FEAD9-23D5-455D-B40F-19C70307E47D}" destId="{F0BD0ABA-BE40-4731-A9A6-9DC2EE726F04}" srcOrd="2" destOrd="0" presId="urn:microsoft.com/office/officeart/2018/2/layout/IconVerticalSolidList"/>
    <dgm:cxn modelId="{318AF137-60A1-4AA3-B979-CD8BEFB73BE1}" type="presParOf" srcId="{BB0FEAD9-23D5-455D-B40F-19C70307E47D}" destId="{DB631513-A79E-40FE-B58C-F6962B6684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A08D7221-5B96-49AE-938B-072C38B3A4C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33419F2-2300-4B91-99B6-70EE88C6C62A}">
      <dgm:prSet/>
      <dgm:spPr/>
      <dgm:t>
        <a:bodyPr/>
        <a:lstStyle/>
        <a:p>
          <a:pPr>
            <a:defRPr cap="all"/>
          </a:pPr>
          <a:r>
            <a:rPr lang="en-US"/>
            <a:t>Thank you for your attention!</a:t>
          </a:r>
        </a:p>
      </dgm:t>
    </dgm:pt>
    <dgm:pt modelId="{3B77C9AD-3BFB-4225-A26C-21E0EC36297F}" type="parTrans" cxnId="{C6447C88-F284-4CF7-865C-15D2B5E3A542}">
      <dgm:prSet/>
      <dgm:spPr/>
      <dgm:t>
        <a:bodyPr/>
        <a:lstStyle/>
        <a:p>
          <a:endParaRPr lang="en-US"/>
        </a:p>
      </dgm:t>
    </dgm:pt>
    <dgm:pt modelId="{19C83424-2938-4F4B-8AB2-C4667EDB8206}" type="sibTrans" cxnId="{C6447C88-F284-4CF7-865C-15D2B5E3A542}">
      <dgm:prSet/>
      <dgm:spPr/>
      <dgm:t>
        <a:bodyPr/>
        <a:lstStyle/>
        <a:p>
          <a:endParaRPr lang="en-US"/>
        </a:p>
      </dgm:t>
    </dgm:pt>
    <dgm:pt modelId="{5059DFE3-26D3-484F-97B5-B4C3C26549D0}">
      <dgm:prSet/>
      <dgm:spPr/>
      <dgm:t>
        <a:bodyPr/>
        <a:lstStyle/>
        <a:p>
          <a:pPr>
            <a:defRPr cap="all"/>
          </a:pPr>
          <a:r>
            <a:rPr lang="en-US"/>
            <a:t>Any questions?</a:t>
          </a:r>
        </a:p>
      </dgm:t>
    </dgm:pt>
    <dgm:pt modelId="{32339A47-D8C3-474C-A0E1-6E2B7FFAE6C6}" type="parTrans" cxnId="{1FF0A3A6-7502-4C3B-8925-A483C8B3A8B9}">
      <dgm:prSet/>
      <dgm:spPr/>
      <dgm:t>
        <a:bodyPr/>
        <a:lstStyle/>
        <a:p>
          <a:endParaRPr lang="en-US"/>
        </a:p>
      </dgm:t>
    </dgm:pt>
    <dgm:pt modelId="{77474A83-B50B-4117-984E-EC23E73551D8}" type="sibTrans" cxnId="{1FF0A3A6-7502-4C3B-8925-A483C8B3A8B9}">
      <dgm:prSet/>
      <dgm:spPr/>
      <dgm:t>
        <a:bodyPr/>
        <a:lstStyle/>
        <a:p>
          <a:endParaRPr lang="en-US"/>
        </a:p>
      </dgm:t>
    </dgm:pt>
    <dgm:pt modelId="{E3FC51C8-DFB2-4859-82EA-D84AA21AA9CF}" type="pres">
      <dgm:prSet presAssocID="{A08D7221-5B96-49AE-938B-072C38B3A4CB}" presName="root" presStyleCnt="0">
        <dgm:presLayoutVars>
          <dgm:dir/>
          <dgm:resizeHandles val="exact"/>
        </dgm:presLayoutVars>
      </dgm:prSet>
      <dgm:spPr/>
    </dgm:pt>
    <dgm:pt modelId="{AD0DC531-4CC2-4513-9A8C-48230A6684CE}" type="pres">
      <dgm:prSet presAssocID="{F33419F2-2300-4B91-99B6-70EE88C6C62A}" presName="compNode" presStyleCnt="0"/>
      <dgm:spPr/>
    </dgm:pt>
    <dgm:pt modelId="{97F2F928-F3EA-4D5E-9927-6D653F6390B7}" type="pres">
      <dgm:prSet presAssocID="{F33419F2-2300-4B91-99B6-70EE88C6C62A}" presName="iconBgRect" presStyleLbl="bgShp" presStyleIdx="0" presStyleCnt="2"/>
      <dgm:spPr/>
    </dgm:pt>
    <dgm:pt modelId="{1E404097-A941-44DF-82BB-FF113D4C4DDB}" type="pres">
      <dgm:prSet presAssocID="{F33419F2-2300-4B91-99B6-70EE88C6C6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F0269C91-9C55-4F42-97B5-5BA4C791FE80}" type="pres">
      <dgm:prSet presAssocID="{F33419F2-2300-4B91-99B6-70EE88C6C62A}" presName="spaceRect" presStyleCnt="0"/>
      <dgm:spPr/>
    </dgm:pt>
    <dgm:pt modelId="{992CC8B6-AC8D-49C2-AF0C-56B4722328B1}" type="pres">
      <dgm:prSet presAssocID="{F33419F2-2300-4B91-99B6-70EE88C6C62A}" presName="textRect" presStyleLbl="revTx" presStyleIdx="0" presStyleCnt="2">
        <dgm:presLayoutVars>
          <dgm:chMax val="1"/>
          <dgm:chPref val="1"/>
        </dgm:presLayoutVars>
      </dgm:prSet>
      <dgm:spPr/>
    </dgm:pt>
    <dgm:pt modelId="{4C529852-301E-460D-82DE-ADAA63089B81}" type="pres">
      <dgm:prSet presAssocID="{19C83424-2938-4F4B-8AB2-C4667EDB8206}" presName="sibTrans" presStyleCnt="0"/>
      <dgm:spPr/>
    </dgm:pt>
    <dgm:pt modelId="{44BC9F2B-31ED-46A4-97FD-C3104FA81383}" type="pres">
      <dgm:prSet presAssocID="{5059DFE3-26D3-484F-97B5-B4C3C26549D0}" presName="compNode" presStyleCnt="0"/>
      <dgm:spPr/>
    </dgm:pt>
    <dgm:pt modelId="{D31BB42C-6A4A-4EA1-88EE-672B4092EC6C}" type="pres">
      <dgm:prSet presAssocID="{5059DFE3-26D3-484F-97B5-B4C3C26549D0}" presName="iconBgRect" presStyleLbl="bgShp" presStyleIdx="1" presStyleCnt="2"/>
      <dgm:spPr/>
    </dgm:pt>
    <dgm:pt modelId="{E102EE9B-86F1-42C5-9F0B-5277E0035F29}" type="pres">
      <dgm:prSet presAssocID="{5059DFE3-26D3-484F-97B5-B4C3C26549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7075E55-3190-4DB6-8D49-523CF6219013}" type="pres">
      <dgm:prSet presAssocID="{5059DFE3-26D3-484F-97B5-B4C3C26549D0}" presName="spaceRect" presStyleCnt="0"/>
      <dgm:spPr/>
    </dgm:pt>
    <dgm:pt modelId="{86CF389C-C30B-4D61-9084-F1D9718B5802}" type="pres">
      <dgm:prSet presAssocID="{5059DFE3-26D3-484F-97B5-B4C3C26549D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A2BC35E-58BE-419C-A212-756798E4E841}" type="presOf" srcId="{A08D7221-5B96-49AE-938B-072C38B3A4CB}" destId="{E3FC51C8-DFB2-4859-82EA-D84AA21AA9CF}" srcOrd="0" destOrd="0" presId="urn:microsoft.com/office/officeart/2018/5/layout/IconCircleLabelList"/>
    <dgm:cxn modelId="{C6447C88-F284-4CF7-865C-15D2B5E3A542}" srcId="{A08D7221-5B96-49AE-938B-072C38B3A4CB}" destId="{F33419F2-2300-4B91-99B6-70EE88C6C62A}" srcOrd="0" destOrd="0" parTransId="{3B77C9AD-3BFB-4225-A26C-21E0EC36297F}" sibTransId="{19C83424-2938-4F4B-8AB2-C4667EDB8206}"/>
    <dgm:cxn modelId="{1FF0A3A6-7502-4C3B-8925-A483C8B3A8B9}" srcId="{A08D7221-5B96-49AE-938B-072C38B3A4CB}" destId="{5059DFE3-26D3-484F-97B5-B4C3C26549D0}" srcOrd="1" destOrd="0" parTransId="{32339A47-D8C3-474C-A0E1-6E2B7FFAE6C6}" sibTransId="{77474A83-B50B-4117-984E-EC23E73551D8}"/>
    <dgm:cxn modelId="{FE6019AC-1956-431E-B19A-16D71FE272CD}" type="presOf" srcId="{5059DFE3-26D3-484F-97B5-B4C3C26549D0}" destId="{86CF389C-C30B-4D61-9084-F1D9718B5802}" srcOrd="0" destOrd="0" presId="urn:microsoft.com/office/officeart/2018/5/layout/IconCircleLabelList"/>
    <dgm:cxn modelId="{8CCC0FE2-A7C5-49E0-BBE6-F1A35E338C28}" type="presOf" srcId="{F33419F2-2300-4B91-99B6-70EE88C6C62A}" destId="{992CC8B6-AC8D-49C2-AF0C-56B4722328B1}" srcOrd="0" destOrd="0" presId="urn:microsoft.com/office/officeart/2018/5/layout/IconCircleLabelList"/>
    <dgm:cxn modelId="{D4D874FC-62F2-4F24-B9EB-D454265A5107}" type="presParOf" srcId="{E3FC51C8-DFB2-4859-82EA-D84AA21AA9CF}" destId="{AD0DC531-4CC2-4513-9A8C-48230A6684CE}" srcOrd="0" destOrd="0" presId="urn:microsoft.com/office/officeart/2018/5/layout/IconCircleLabelList"/>
    <dgm:cxn modelId="{E06AD53B-8100-47D9-94F6-329D1E141237}" type="presParOf" srcId="{AD0DC531-4CC2-4513-9A8C-48230A6684CE}" destId="{97F2F928-F3EA-4D5E-9927-6D653F6390B7}" srcOrd="0" destOrd="0" presId="urn:microsoft.com/office/officeart/2018/5/layout/IconCircleLabelList"/>
    <dgm:cxn modelId="{1D880EC9-F77B-4F39-8D22-B0EA89F64482}" type="presParOf" srcId="{AD0DC531-4CC2-4513-9A8C-48230A6684CE}" destId="{1E404097-A941-44DF-82BB-FF113D4C4DDB}" srcOrd="1" destOrd="0" presId="urn:microsoft.com/office/officeart/2018/5/layout/IconCircleLabelList"/>
    <dgm:cxn modelId="{877AE04B-D526-4F61-8B3E-0463CE46D324}" type="presParOf" srcId="{AD0DC531-4CC2-4513-9A8C-48230A6684CE}" destId="{F0269C91-9C55-4F42-97B5-5BA4C791FE80}" srcOrd="2" destOrd="0" presId="urn:microsoft.com/office/officeart/2018/5/layout/IconCircleLabelList"/>
    <dgm:cxn modelId="{1081474F-D6E2-48AC-AB6E-3DE9BDB5B1EA}" type="presParOf" srcId="{AD0DC531-4CC2-4513-9A8C-48230A6684CE}" destId="{992CC8B6-AC8D-49C2-AF0C-56B4722328B1}" srcOrd="3" destOrd="0" presId="urn:microsoft.com/office/officeart/2018/5/layout/IconCircleLabelList"/>
    <dgm:cxn modelId="{224BE998-D593-41F1-B764-1E71F8049872}" type="presParOf" srcId="{E3FC51C8-DFB2-4859-82EA-D84AA21AA9CF}" destId="{4C529852-301E-460D-82DE-ADAA63089B81}" srcOrd="1" destOrd="0" presId="urn:microsoft.com/office/officeart/2018/5/layout/IconCircleLabelList"/>
    <dgm:cxn modelId="{0EAF2C56-8AE2-46D0-B7C7-08F5414178CD}" type="presParOf" srcId="{E3FC51C8-DFB2-4859-82EA-D84AA21AA9CF}" destId="{44BC9F2B-31ED-46A4-97FD-C3104FA81383}" srcOrd="2" destOrd="0" presId="urn:microsoft.com/office/officeart/2018/5/layout/IconCircleLabelList"/>
    <dgm:cxn modelId="{9D5D5E21-E165-4AA3-82D3-C28C045FA606}" type="presParOf" srcId="{44BC9F2B-31ED-46A4-97FD-C3104FA81383}" destId="{D31BB42C-6A4A-4EA1-88EE-672B4092EC6C}" srcOrd="0" destOrd="0" presId="urn:microsoft.com/office/officeart/2018/5/layout/IconCircleLabelList"/>
    <dgm:cxn modelId="{5B51397D-D40A-4391-BE23-317D8EC0F8D5}" type="presParOf" srcId="{44BC9F2B-31ED-46A4-97FD-C3104FA81383}" destId="{E102EE9B-86F1-42C5-9F0B-5277E0035F29}" srcOrd="1" destOrd="0" presId="urn:microsoft.com/office/officeart/2018/5/layout/IconCircleLabelList"/>
    <dgm:cxn modelId="{3FCC7CBD-F31C-41DF-ADCF-3BBFFDD650EA}" type="presParOf" srcId="{44BC9F2B-31ED-46A4-97FD-C3104FA81383}" destId="{D7075E55-3190-4DB6-8D49-523CF6219013}" srcOrd="2" destOrd="0" presId="urn:microsoft.com/office/officeart/2018/5/layout/IconCircleLabelList"/>
    <dgm:cxn modelId="{F21427D3-55E3-41D7-B7D2-FC1AE8FAAA0C}" type="presParOf" srcId="{44BC9F2B-31ED-46A4-97FD-C3104FA81383}" destId="{86CF389C-C30B-4D61-9084-F1D9718B580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4E08EBBE-38F1-4143-9026-9E3DDF18253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7C9B061-47FA-4244-B4F4-DA367A071A50}">
      <dgm:prSet/>
      <dgm:spPr/>
      <dgm:t>
        <a:bodyPr/>
        <a:lstStyle/>
        <a:p>
          <a:pPr>
            <a:defRPr cap="all"/>
          </a:pPr>
          <a:r>
            <a:rPr lang="en-US"/>
            <a:t>A simulation was created that will run every hour to fetch data and generate signals.</a:t>
          </a:r>
        </a:p>
      </dgm:t>
    </dgm:pt>
    <dgm:pt modelId="{D59D4348-44CB-462F-9C7A-E5FD4E10A68C}" type="parTrans" cxnId="{4FC2E30F-C37D-4D18-9CD2-EF6E18AA0A48}">
      <dgm:prSet/>
      <dgm:spPr/>
      <dgm:t>
        <a:bodyPr/>
        <a:lstStyle/>
        <a:p>
          <a:endParaRPr lang="en-US"/>
        </a:p>
      </dgm:t>
    </dgm:pt>
    <dgm:pt modelId="{D5DD58CE-380E-4AF5-A47D-F3AE976FD9A2}" type="sibTrans" cxnId="{4FC2E30F-C37D-4D18-9CD2-EF6E18AA0A48}">
      <dgm:prSet/>
      <dgm:spPr/>
      <dgm:t>
        <a:bodyPr/>
        <a:lstStyle/>
        <a:p>
          <a:endParaRPr lang="en-US"/>
        </a:p>
      </dgm:t>
    </dgm:pt>
    <dgm:pt modelId="{B38A19F0-7BA0-4761-B012-31496D50198D}">
      <dgm:prSet/>
      <dgm:spPr/>
      <dgm:t>
        <a:bodyPr/>
        <a:lstStyle/>
        <a:p>
          <a:pPr>
            <a:defRPr cap="all"/>
          </a:pPr>
          <a:r>
            <a:rPr lang="en-US"/>
            <a:t>These signals along with metadata will be saved in a database.</a:t>
          </a:r>
        </a:p>
      </dgm:t>
    </dgm:pt>
    <dgm:pt modelId="{4712D0E3-F696-4416-9507-2154C403DD3A}" type="parTrans" cxnId="{7C83D677-82F5-415C-A1AD-8C94276D1C3D}">
      <dgm:prSet/>
      <dgm:spPr/>
      <dgm:t>
        <a:bodyPr/>
        <a:lstStyle/>
        <a:p>
          <a:endParaRPr lang="en-US"/>
        </a:p>
      </dgm:t>
    </dgm:pt>
    <dgm:pt modelId="{E6003875-7677-49E9-885D-B5EA7CEA223B}" type="sibTrans" cxnId="{7C83D677-82F5-415C-A1AD-8C94276D1C3D}">
      <dgm:prSet/>
      <dgm:spPr/>
      <dgm:t>
        <a:bodyPr/>
        <a:lstStyle/>
        <a:p>
          <a:endParaRPr lang="en-US"/>
        </a:p>
      </dgm:t>
    </dgm:pt>
    <dgm:pt modelId="{31A9126C-BF85-43EB-93BF-B9D1D7D72E0E}">
      <dgm:prSet/>
      <dgm:spPr/>
      <dgm:t>
        <a:bodyPr/>
        <a:lstStyle/>
        <a:p>
          <a:pPr>
            <a:defRPr cap="all"/>
          </a:pPr>
          <a:r>
            <a:rPr lang="en-US"/>
            <a:t>The information will be used to place trades and monitor the performance of individual models.</a:t>
          </a:r>
        </a:p>
      </dgm:t>
    </dgm:pt>
    <dgm:pt modelId="{1831B49A-3A69-4D91-80B0-9130C887FA4E}" type="parTrans" cxnId="{11B0AA77-5069-41E9-9CFB-863E595DA43E}">
      <dgm:prSet/>
      <dgm:spPr/>
      <dgm:t>
        <a:bodyPr/>
        <a:lstStyle/>
        <a:p>
          <a:endParaRPr lang="en-US"/>
        </a:p>
      </dgm:t>
    </dgm:pt>
    <dgm:pt modelId="{A41F4E24-5E0D-4BF5-80B2-956C3C2B2A75}" type="sibTrans" cxnId="{11B0AA77-5069-41E9-9CFB-863E595DA43E}">
      <dgm:prSet/>
      <dgm:spPr/>
      <dgm:t>
        <a:bodyPr/>
        <a:lstStyle/>
        <a:p>
          <a:endParaRPr lang="en-US"/>
        </a:p>
      </dgm:t>
    </dgm:pt>
    <dgm:pt modelId="{9B91C154-FA73-4E0D-86A2-C4FDAE4ACD26}" type="pres">
      <dgm:prSet presAssocID="{4E08EBBE-38F1-4143-9026-9E3DDF18253F}" presName="root" presStyleCnt="0">
        <dgm:presLayoutVars>
          <dgm:dir/>
          <dgm:resizeHandles val="exact"/>
        </dgm:presLayoutVars>
      </dgm:prSet>
      <dgm:spPr/>
    </dgm:pt>
    <dgm:pt modelId="{A624DCD5-CDFA-4E69-898A-25DCF7C4456C}" type="pres">
      <dgm:prSet presAssocID="{17C9B061-47FA-4244-B4F4-DA367A071A50}" presName="compNode" presStyleCnt="0"/>
      <dgm:spPr/>
    </dgm:pt>
    <dgm:pt modelId="{B6824BED-09AE-45CF-8621-DE8686E8E3EC}" type="pres">
      <dgm:prSet presAssocID="{17C9B061-47FA-4244-B4F4-DA367A071A50}" presName="iconBgRect" presStyleLbl="bgShp" presStyleIdx="0" presStyleCnt="3"/>
      <dgm:spPr/>
    </dgm:pt>
    <dgm:pt modelId="{B472AF00-FC81-4A61-8CC3-5E0C82BF496A}" type="pres">
      <dgm:prSet presAssocID="{17C9B061-47FA-4244-B4F4-DA367A071A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8E087C-3D6B-4C49-9A2A-9C78B960B0D8}" type="pres">
      <dgm:prSet presAssocID="{17C9B061-47FA-4244-B4F4-DA367A071A50}" presName="spaceRect" presStyleCnt="0"/>
      <dgm:spPr/>
    </dgm:pt>
    <dgm:pt modelId="{2310C282-74F9-4A6D-9070-4A4270F78C65}" type="pres">
      <dgm:prSet presAssocID="{17C9B061-47FA-4244-B4F4-DA367A071A50}" presName="textRect" presStyleLbl="revTx" presStyleIdx="0" presStyleCnt="3">
        <dgm:presLayoutVars>
          <dgm:chMax val="1"/>
          <dgm:chPref val="1"/>
        </dgm:presLayoutVars>
      </dgm:prSet>
      <dgm:spPr/>
    </dgm:pt>
    <dgm:pt modelId="{CDF3C9A3-2E70-498D-96B8-C229648A915B}" type="pres">
      <dgm:prSet presAssocID="{D5DD58CE-380E-4AF5-A47D-F3AE976FD9A2}" presName="sibTrans" presStyleCnt="0"/>
      <dgm:spPr/>
    </dgm:pt>
    <dgm:pt modelId="{10B3BEA3-99F1-46C0-8CEE-CD37A5528040}" type="pres">
      <dgm:prSet presAssocID="{B38A19F0-7BA0-4761-B012-31496D50198D}" presName="compNode" presStyleCnt="0"/>
      <dgm:spPr/>
    </dgm:pt>
    <dgm:pt modelId="{92834531-033E-42B2-BD6E-024A8620436F}" type="pres">
      <dgm:prSet presAssocID="{B38A19F0-7BA0-4761-B012-31496D50198D}" presName="iconBgRect" presStyleLbl="bgShp" presStyleIdx="1" presStyleCnt="3"/>
      <dgm:spPr/>
    </dgm:pt>
    <dgm:pt modelId="{5629F26D-C43E-4438-8BE0-B4393D7F13C9}" type="pres">
      <dgm:prSet presAssocID="{B38A19F0-7BA0-4761-B012-31496D5019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9274CB-793C-41CC-82CB-77370953F911}" type="pres">
      <dgm:prSet presAssocID="{B38A19F0-7BA0-4761-B012-31496D50198D}" presName="spaceRect" presStyleCnt="0"/>
      <dgm:spPr/>
    </dgm:pt>
    <dgm:pt modelId="{A3EBCD1D-2372-4A18-B9DE-990385821489}" type="pres">
      <dgm:prSet presAssocID="{B38A19F0-7BA0-4761-B012-31496D50198D}" presName="textRect" presStyleLbl="revTx" presStyleIdx="1" presStyleCnt="3">
        <dgm:presLayoutVars>
          <dgm:chMax val="1"/>
          <dgm:chPref val="1"/>
        </dgm:presLayoutVars>
      </dgm:prSet>
      <dgm:spPr/>
    </dgm:pt>
    <dgm:pt modelId="{820C3EEA-A753-4664-9AC6-9F7E38F811BC}" type="pres">
      <dgm:prSet presAssocID="{E6003875-7677-49E9-885D-B5EA7CEA223B}" presName="sibTrans" presStyleCnt="0"/>
      <dgm:spPr/>
    </dgm:pt>
    <dgm:pt modelId="{B2C7CFC6-A132-4E7C-9550-C68557D805E5}" type="pres">
      <dgm:prSet presAssocID="{31A9126C-BF85-43EB-93BF-B9D1D7D72E0E}" presName="compNode" presStyleCnt="0"/>
      <dgm:spPr/>
    </dgm:pt>
    <dgm:pt modelId="{D58B6393-759F-4B73-81B7-06F0F50DCDC6}" type="pres">
      <dgm:prSet presAssocID="{31A9126C-BF85-43EB-93BF-B9D1D7D72E0E}" presName="iconBgRect" presStyleLbl="bgShp" presStyleIdx="2" presStyleCnt="3"/>
      <dgm:spPr/>
    </dgm:pt>
    <dgm:pt modelId="{B225FBD6-81E4-416A-9DF2-8BF18C661060}" type="pres">
      <dgm:prSet presAssocID="{31A9126C-BF85-43EB-93BF-B9D1D7D72E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AA69A7B7-381C-440D-BB75-6260F8F4B577}" type="pres">
      <dgm:prSet presAssocID="{31A9126C-BF85-43EB-93BF-B9D1D7D72E0E}" presName="spaceRect" presStyleCnt="0"/>
      <dgm:spPr/>
    </dgm:pt>
    <dgm:pt modelId="{CFFC85B4-0574-429E-95C1-02131A5A5B16}" type="pres">
      <dgm:prSet presAssocID="{31A9126C-BF85-43EB-93BF-B9D1D7D72E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C2E30F-C37D-4D18-9CD2-EF6E18AA0A48}" srcId="{4E08EBBE-38F1-4143-9026-9E3DDF18253F}" destId="{17C9B061-47FA-4244-B4F4-DA367A071A50}" srcOrd="0" destOrd="0" parTransId="{D59D4348-44CB-462F-9C7A-E5FD4E10A68C}" sibTransId="{D5DD58CE-380E-4AF5-A47D-F3AE976FD9A2}"/>
    <dgm:cxn modelId="{02CC0430-0DA4-4E81-9A33-9D622B92E6D4}" type="presOf" srcId="{31A9126C-BF85-43EB-93BF-B9D1D7D72E0E}" destId="{CFFC85B4-0574-429E-95C1-02131A5A5B16}" srcOrd="0" destOrd="0" presId="urn:microsoft.com/office/officeart/2018/5/layout/IconCircleLabelList"/>
    <dgm:cxn modelId="{7CC42036-9E42-417B-B1C7-F9616264213A}" type="presOf" srcId="{17C9B061-47FA-4244-B4F4-DA367A071A50}" destId="{2310C282-74F9-4A6D-9070-4A4270F78C65}" srcOrd="0" destOrd="0" presId="urn:microsoft.com/office/officeart/2018/5/layout/IconCircleLabelList"/>
    <dgm:cxn modelId="{11B0AA77-5069-41E9-9CFB-863E595DA43E}" srcId="{4E08EBBE-38F1-4143-9026-9E3DDF18253F}" destId="{31A9126C-BF85-43EB-93BF-B9D1D7D72E0E}" srcOrd="2" destOrd="0" parTransId="{1831B49A-3A69-4D91-80B0-9130C887FA4E}" sibTransId="{A41F4E24-5E0D-4BF5-80B2-956C3C2B2A75}"/>
    <dgm:cxn modelId="{7C83D677-82F5-415C-A1AD-8C94276D1C3D}" srcId="{4E08EBBE-38F1-4143-9026-9E3DDF18253F}" destId="{B38A19F0-7BA0-4761-B012-31496D50198D}" srcOrd="1" destOrd="0" parTransId="{4712D0E3-F696-4416-9507-2154C403DD3A}" sibTransId="{E6003875-7677-49E9-885D-B5EA7CEA223B}"/>
    <dgm:cxn modelId="{D759C084-DB4F-4BBF-9A5E-AD95CF827541}" type="presOf" srcId="{B38A19F0-7BA0-4761-B012-31496D50198D}" destId="{A3EBCD1D-2372-4A18-B9DE-990385821489}" srcOrd="0" destOrd="0" presId="urn:microsoft.com/office/officeart/2018/5/layout/IconCircleLabelList"/>
    <dgm:cxn modelId="{015CD2BC-31DE-49F4-A168-EBECB0B2893F}" type="presOf" srcId="{4E08EBBE-38F1-4143-9026-9E3DDF18253F}" destId="{9B91C154-FA73-4E0D-86A2-C4FDAE4ACD26}" srcOrd="0" destOrd="0" presId="urn:microsoft.com/office/officeart/2018/5/layout/IconCircleLabelList"/>
    <dgm:cxn modelId="{8844E120-ABFE-4391-8DBA-F24CDF468A74}" type="presParOf" srcId="{9B91C154-FA73-4E0D-86A2-C4FDAE4ACD26}" destId="{A624DCD5-CDFA-4E69-898A-25DCF7C4456C}" srcOrd="0" destOrd="0" presId="urn:microsoft.com/office/officeart/2018/5/layout/IconCircleLabelList"/>
    <dgm:cxn modelId="{D679F0B6-78FB-42E6-B1B2-B71D1A3AC593}" type="presParOf" srcId="{A624DCD5-CDFA-4E69-898A-25DCF7C4456C}" destId="{B6824BED-09AE-45CF-8621-DE8686E8E3EC}" srcOrd="0" destOrd="0" presId="urn:microsoft.com/office/officeart/2018/5/layout/IconCircleLabelList"/>
    <dgm:cxn modelId="{990E6F75-074B-4244-9B36-89B0BB5ECC71}" type="presParOf" srcId="{A624DCD5-CDFA-4E69-898A-25DCF7C4456C}" destId="{B472AF00-FC81-4A61-8CC3-5E0C82BF496A}" srcOrd="1" destOrd="0" presId="urn:microsoft.com/office/officeart/2018/5/layout/IconCircleLabelList"/>
    <dgm:cxn modelId="{A99F097B-1CF0-4D9A-97E8-35DA9D04C3D0}" type="presParOf" srcId="{A624DCD5-CDFA-4E69-898A-25DCF7C4456C}" destId="{1B8E087C-3D6B-4C49-9A2A-9C78B960B0D8}" srcOrd="2" destOrd="0" presId="urn:microsoft.com/office/officeart/2018/5/layout/IconCircleLabelList"/>
    <dgm:cxn modelId="{2329ADF5-8670-4D65-9AA1-8ADE4DC3BB3C}" type="presParOf" srcId="{A624DCD5-CDFA-4E69-898A-25DCF7C4456C}" destId="{2310C282-74F9-4A6D-9070-4A4270F78C65}" srcOrd="3" destOrd="0" presId="urn:microsoft.com/office/officeart/2018/5/layout/IconCircleLabelList"/>
    <dgm:cxn modelId="{550E5348-424E-42EE-B0F8-6EDBD9290873}" type="presParOf" srcId="{9B91C154-FA73-4E0D-86A2-C4FDAE4ACD26}" destId="{CDF3C9A3-2E70-498D-96B8-C229648A915B}" srcOrd="1" destOrd="0" presId="urn:microsoft.com/office/officeart/2018/5/layout/IconCircleLabelList"/>
    <dgm:cxn modelId="{26D6CF02-42E2-412C-9C42-064A818B3D09}" type="presParOf" srcId="{9B91C154-FA73-4E0D-86A2-C4FDAE4ACD26}" destId="{10B3BEA3-99F1-46C0-8CEE-CD37A5528040}" srcOrd="2" destOrd="0" presId="urn:microsoft.com/office/officeart/2018/5/layout/IconCircleLabelList"/>
    <dgm:cxn modelId="{EF50E6B0-063C-4F1C-8A4B-3283A31438DE}" type="presParOf" srcId="{10B3BEA3-99F1-46C0-8CEE-CD37A5528040}" destId="{92834531-033E-42B2-BD6E-024A8620436F}" srcOrd="0" destOrd="0" presId="urn:microsoft.com/office/officeart/2018/5/layout/IconCircleLabelList"/>
    <dgm:cxn modelId="{B5862BDA-7569-42A7-B2C2-0F58CE4657CC}" type="presParOf" srcId="{10B3BEA3-99F1-46C0-8CEE-CD37A5528040}" destId="{5629F26D-C43E-4438-8BE0-B4393D7F13C9}" srcOrd="1" destOrd="0" presId="urn:microsoft.com/office/officeart/2018/5/layout/IconCircleLabelList"/>
    <dgm:cxn modelId="{01D44251-8177-49B5-9B6D-3CFD7FF9E54E}" type="presParOf" srcId="{10B3BEA3-99F1-46C0-8CEE-CD37A5528040}" destId="{8E9274CB-793C-41CC-82CB-77370953F911}" srcOrd="2" destOrd="0" presId="urn:microsoft.com/office/officeart/2018/5/layout/IconCircleLabelList"/>
    <dgm:cxn modelId="{BEB0A6FD-DA4F-4B4E-A95C-31A62E2DF7BF}" type="presParOf" srcId="{10B3BEA3-99F1-46C0-8CEE-CD37A5528040}" destId="{A3EBCD1D-2372-4A18-B9DE-990385821489}" srcOrd="3" destOrd="0" presId="urn:microsoft.com/office/officeart/2018/5/layout/IconCircleLabelList"/>
    <dgm:cxn modelId="{1AE0F263-1ED9-408A-BEF7-3F96FFE1694D}" type="presParOf" srcId="{9B91C154-FA73-4E0D-86A2-C4FDAE4ACD26}" destId="{820C3EEA-A753-4664-9AC6-9F7E38F811BC}" srcOrd="3" destOrd="0" presId="urn:microsoft.com/office/officeart/2018/5/layout/IconCircleLabelList"/>
    <dgm:cxn modelId="{995F7731-0319-41AE-A2A0-41CF067EB314}" type="presParOf" srcId="{9B91C154-FA73-4E0D-86A2-C4FDAE4ACD26}" destId="{B2C7CFC6-A132-4E7C-9550-C68557D805E5}" srcOrd="4" destOrd="0" presId="urn:microsoft.com/office/officeart/2018/5/layout/IconCircleLabelList"/>
    <dgm:cxn modelId="{FF624507-C371-47BF-BB92-A3D2E958D053}" type="presParOf" srcId="{B2C7CFC6-A132-4E7C-9550-C68557D805E5}" destId="{D58B6393-759F-4B73-81B7-06F0F50DCDC6}" srcOrd="0" destOrd="0" presId="urn:microsoft.com/office/officeart/2018/5/layout/IconCircleLabelList"/>
    <dgm:cxn modelId="{C5843DBD-42D0-49BF-8847-4617A0CEEC17}" type="presParOf" srcId="{B2C7CFC6-A132-4E7C-9550-C68557D805E5}" destId="{B225FBD6-81E4-416A-9DF2-8BF18C661060}" srcOrd="1" destOrd="0" presId="urn:microsoft.com/office/officeart/2018/5/layout/IconCircleLabelList"/>
    <dgm:cxn modelId="{BC2E0AD8-2913-4E0F-A3E2-3296C8D02405}" type="presParOf" srcId="{B2C7CFC6-A132-4E7C-9550-C68557D805E5}" destId="{AA69A7B7-381C-440D-BB75-6260F8F4B577}" srcOrd="2" destOrd="0" presId="urn:microsoft.com/office/officeart/2018/5/layout/IconCircleLabelList"/>
    <dgm:cxn modelId="{0E2D7F3D-E1E3-47BD-A98D-DBA0E3124C6D}" type="presParOf" srcId="{B2C7CFC6-A132-4E7C-9550-C68557D805E5}" destId="{CFFC85B4-0574-429E-95C1-02131A5A5B1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154AAB52-797B-481A-86B5-0832362A21F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495A0FA-FBEF-4263-B001-8C92198DD93B}">
      <dgm:prSet/>
      <dgm:spPr/>
      <dgm:t>
        <a:bodyPr/>
        <a:lstStyle/>
        <a:p>
          <a:pPr>
            <a:defRPr cap="all"/>
          </a:pPr>
          <a:r>
            <a:rPr lang="en-US"/>
            <a:t>The information of individual models was displayed in a web app.</a:t>
          </a:r>
        </a:p>
      </dgm:t>
    </dgm:pt>
    <dgm:pt modelId="{5A94214E-F262-4C66-8930-6ADF19170118}" type="parTrans" cxnId="{D150EA29-BD80-44DC-A467-3580111ED63F}">
      <dgm:prSet/>
      <dgm:spPr/>
      <dgm:t>
        <a:bodyPr/>
        <a:lstStyle/>
        <a:p>
          <a:endParaRPr lang="en-US"/>
        </a:p>
      </dgm:t>
    </dgm:pt>
    <dgm:pt modelId="{49D58EF0-0DAD-4D0E-9B2A-4E25DE627BBB}" type="sibTrans" cxnId="{D150EA29-BD80-44DC-A467-3580111ED63F}">
      <dgm:prSet/>
      <dgm:spPr/>
      <dgm:t>
        <a:bodyPr/>
        <a:lstStyle/>
        <a:p>
          <a:endParaRPr lang="en-US"/>
        </a:p>
      </dgm:t>
    </dgm:pt>
    <dgm:pt modelId="{14CD3972-EB89-4F94-ADD8-33D61BE9A656}">
      <dgm:prSet/>
      <dgm:spPr/>
      <dgm:t>
        <a:bodyPr/>
        <a:lstStyle/>
        <a:p>
          <a:pPr>
            <a:defRPr cap="all"/>
          </a:pPr>
          <a:r>
            <a:rPr lang="en-US"/>
            <a:t>This webapp was developed using flask and rest APIs.</a:t>
          </a:r>
        </a:p>
      </dgm:t>
    </dgm:pt>
    <dgm:pt modelId="{F48B8C31-6377-4CBE-BB77-229C67272FC6}" type="parTrans" cxnId="{792EAF88-AEC0-4DC2-B41E-3AE5EF41BE7D}">
      <dgm:prSet/>
      <dgm:spPr/>
      <dgm:t>
        <a:bodyPr/>
        <a:lstStyle/>
        <a:p>
          <a:endParaRPr lang="en-US"/>
        </a:p>
      </dgm:t>
    </dgm:pt>
    <dgm:pt modelId="{DA11F0C9-5888-4631-B76B-F92044BE1EEB}" type="sibTrans" cxnId="{792EAF88-AEC0-4DC2-B41E-3AE5EF41BE7D}">
      <dgm:prSet/>
      <dgm:spPr/>
      <dgm:t>
        <a:bodyPr/>
        <a:lstStyle/>
        <a:p>
          <a:endParaRPr lang="en-US"/>
        </a:p>
      </dgm:t>
    </dgm:pt>
    <dgm:pt modelId="{150BD9B7-2182-404B-BA4C-D3AC6A01E1F9}" type="pres">
      <dgm:prSet presAssocID="{154AAB52-797B-481A-86B5-0832362A21F8}" presName="root" presStyleCnt="0">
        <dgm:presLayoutVars>
          <dgm:dir/>
          <dgm:resizeHandles val="exact"/>
        </dgm:presLayoutVars>
      </dgm:prSet>
      <dgm:spPr/>
    </dgm:pt>
    <dgm:pt modelId="{384A30A7-029F-4A90-A89B-7B9EAAB76CC9}" type="pres">
      <dgm:prSet presAssocID="{B495A0FA-FBEF-4263-B001-8C92198DD93B}" presName="compNode" presStyleCnt="0"/>
      <dgm:spPr/>
    </dgm:pt>
    <dgm:pt modelId="{3BEB9FC2-F809-40FB-885B-1A3B6B710B69}" type="pres">
      <dgm:prSet presAssocID="{B495A0FA-FBEF-4263-B001-8C92198DD93B}" presName="iconBgRect" presStyleLbl="bgShp" presStyleIdx="0" presStyleCnt="2"/>
      <dgm:spPr/>
    </dgm:pt>
    <dgm:pt modelId="{D919A0C0-1728-494E-B035-952CDCD437A6}" type="pres">
      <dgm:prSet presAssocID="{B495A0FA-FBEF-4263-B001-8C92198DD93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A8DD3D8-3B38-4E32-B05C-60C39CC824D4}" type="pres">
      <dgm:prSet presAssocID="{B495A0FA-FBEF-4263-B001-8C92198DD93B}" presName="spaceRect" presStyleCnt="0"/>
      <dgm:spPr/>
    </dgm:pt>
    <dgm:pt modelId="{F5BE2E42-DD89-4BDD-A7D9-818E04774B71}" type="pres">
      <dgm:prSet presAssocID="{B495A0FA-FBEF-4263-B001-8C92198DD93B}" presName="textRect" presStyleLbl="revTx" presStyleIdx="0" presStyleCnt="2">
        <dgm:presLayoutVars>
          <dgm:chMax val="1"/>
          <dgm:chPref val="1"/>
        </dgm:presLayoutVars>
      </dgm:prSet>
      <dgm:spPr/>
    </dgm:pt>
    <dgm:pt modelId="{E840D8C6-C3ED-4E81-AE71-1559C28042D6}" type="pres">
      <dgm:prSet presAssocID="{49D58EF0-0DAD-4D0E-9B2A-4E25DE627BBB}" presName="sibTrans" presStyleCnt="0"/>
      <dgm:spPr/>
    </dgm:pt>
    <dgm:pt modelId="{53C8F49C-90DE-4878-AAB2-CB526C787E5B}" type="pres">
      <dgm:prSet presAssocID="{14CD3972-EB89-4F94-ADD8-33D61BE9A656}" presName="compNode" presStyleCnt="0"/>
      <dgm:spPr/>
    </dgm:pt>
    <dgm:pt modelId="{063A0493-5975-4271-B7EE-9915AF4284E4}" type="pres">
      <dgm:prSet presAssocID="{14CD3972-EB89-4F94-ADD8-33D61BE9A656}" presName="iconBgRect" presStyleLbl="bgShp" presStyleIdx="1" presStyleCnt="2"/>
      <dgm:spPr/>
    </dgm:pt>
    <dgm:pt modelId="{3E572414-E712-4B1E-96B7-EC553A994A36}" type="pres">
      <dgm:prSet presAssocID="{14CD3972-EB89-4F94-ADD8-33D61BE9A65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6C9CF4B6-7598-4EE3-9565-9D7240734FC9}" type="pres">
      <dgm:prSet presAssocID="{14CD3972-EB89-4F94-ADD8-33D61BE9A656}" presName="spaceRect" presStyleCnt="0"/>
      <dgm:spPr/>
    </dgm:pt>
    <dgm:pt modelId="{01820F58-8143-4C7B-B1CD-8F185287E29B}" type="pres">
      <dgm:prSet presAssocID="{14CD3972-EB89-4F94-ADD8-33D61BE9A65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DF6220-4064-46BD-B472-9CFCDC7EBDFD}" type="presOf" srcId="{B495A0FA-FBEF-4263-B001-8C92198DD93B}" destId="{F5BE2E42-DD89-4BDD-A7D9-818E04774B71}" srcOrd="0" destOrd="0" presId="urn:microsoft.com/office/officeart/2018/5/layout/IconCircleLabelList"/>
    <dgm:cxn modelId="{D150EA29-BD80-44DC-A467-3580111ED63F}" srcId="{154AAB52-797B-481A-86B5-0832362A21F8}" destId="{B495A0FA-FBEF-4263-B001-8C92198DD93B}" srcOrd="0" destOrd="0" parTransId="{5A94214E-F262-4C66-8930-6ADF19170118}" sibTransId="{49D58EF0-0DAD-4D0E-9B2A-4E25DE627BBB}"/>
    <dgm:cxn modelId="{208ADB5A-A072-4BCB-B8F7-B6B06A192FBA}" type="presOf" srcId="{14CD3972-EB89-4F94-ADD8-33D61BE9A656}" destId="{01820F58-8143-4C7B-B1CD-8F185287E29B}" srcOrd="0" destOrd="0" presId="urn:microsoft.com/office/officeart/2018/5/layout/IconCircleLabelList"/>
    <dgm:cxn modelId="{792EAF88-AEC0-4DC2-B41E-3AE5EF41BE7D}" srcId="{154AAB52-797B-481A-86B5-0832362A21F8}" destId="{14CD3972-EB89-4F94-ADD8-33D61BE9A656}" srcOrd="1" destOrd="0" parTransId="{F48B8C31-6377-4CBE-BB77-229C67272FC6}" sibTransId="{DA11F0C9-5888-4631-B76B-F92044BE1EEB}"/>
    <dgm:cxn modelId="{F0FC0EB5-AE1D-4AF5-B5B9-2F87126CD6CB}" type="presOf" srcId="{154AAB52-797B-481A-86B5-0832362A21F8}" destId="{150BD9B7-2182-404B-BA4C-D3AC6A01E1F9}" srcOrd="0" destOrd="0" presId="urn:microsoft.com/office/officeart/2018/5/layout/IconCircleLabelList"/>
    <dgm:cxn modelId="{4E882592-1FCD-4996-AC6E-6BA8BE17986B}" type="presParOf" srcId="{150BD9B7-2182-404B-BA4C-D3AC6A01E1F9}" destId="{384A30A7-029F-4A90-A89B-7B9EAAB76CC9}" srcOrd="0" destOrd="0" presId="urn:microsoft.com/office/officeart/2018/5/layout/IconCircleLabelList"/>
    <dgm:cxn modelId="{2C86CB3C-B7EA-4DEA-95BA-A67C3807B176}" type="presParOf" srcId="{384A30A7-029F-4A90-A89B-7B9EAAB76CC9}" destId="{3BEB9FC2-F809-40FB-885B-1A3B6B710B69}" srcOrd="0" destOrd="0" presId="urn:microsoft.com/office/officeart/2018/5/layout/IconCircleLabelList"/>
    <dgm:cxn modelId="{71C19500-5F65-4BBA-9229-102967C3B213}" type="presParOf" srcId="{384A30A7-029F-4A90-A89B-7B9EAAB76CC9}" destId="{D919A0C0-1728-494E-B035-952CDCD437A6}" srcOrd="1" destOrd="0" presId="urn:microsoft.com/office/officeart/2018/5/layout/IconCircleLabelList"/>
    <dgm:cxn modelId="{2B3A94BF-1F23-44A0-9144-3723CF84B67A}" type="presParOf" srcId="{384A30A7-029F-4A90-A89B-7B9EAAB76CC9}" destId="{9A8DD3D8-3B38-4E32-B05C-60C39CC824D4}" srcOrd="2" destOrd="0" presId="urn:microsoft.com/office/officeart/2018/5/layout/IconCircleLabelList"/>
    <dgm:cxn modelId="{5B41EB9E-755E-42A2-AB0E-9171827B4F06}" type="presParOf" srcId="{384A30A7-029F-4A90-A89B-7B9EAAB76CC9}" destId="{F5BE2E42-DD89-4BDD-A7D9-818E04774B71}" srcOrd="3" destOrd="0" presId="urn:microsoft.com/office/officeart/2018/5/layout/IconCircleLabelList"/>
    <dgm:cxn modelId="{5C6B03B0-85E2-4426-BE31-2C243E05D0E0}" type="presParOf" srcId="{150BD9B7-2182-404B-BA4C-D3AC6A01E1F9}" destId="{E840D8C6-C3ED-4E81-AE71-1559C28042D6}" srcOrd="1" destOrd="0" presId="urn:microsoft.com/office/officeart/2018/5/layout/IconCircleLabelList"/>
    <dgm:cxn modelId="{BFD954F6-722B-4C85-876B-EA17AE661444}" type="presParOf" srcId="{150BD9B7-2182-404B-BA4C-D3AC6A01E1F9}" destId="{53C8F49C-90DE-4878-AAB2-CB526C787E5B}" srcOrd="2" destOrd="0" presId="urn:microsoft.com/office/officeart/2018/5/layout/IconCircleLabelList"/>
    <dgm:cxn modelId="{12895235-F5E6-4384-ACC9-C20195824EA2}" type="presParOf" srcId="{53C8F49C-90DE-4878-AAB2-CB526C787E5B}" destId="{063A0493-5975-4271-B7EE-9915AF4284E4}" srcOrd="0" destOrd="0" presId="urn:microsoft.com/office/officeart/2018/5/layout/IconCircleLabelList"/>
    <dgm:cxn modelId="{B58E4FEA-71D5-456A-B8B3-0FA7FE2C71CB}" type="presParOf" srcId="{53C8F49C-90DE-4878-AAB2-CB526C787E5B}" destId="{3E572414-E712-4B1E-96B7-EC553A994A36}" srcOrd="1" destOrd="0" presId="urn:microsoft.com/office/officeart/2018/5/layout/IconCircleLabelList"/>
    <dgm:cxn modelId="{B9736000-55D5-4D8A-AC18-EF094D5BC661}" type="presParOf" srcId="{53C8F49C-90DE-4878-AAB2-CB526C787E5B}" destId="{6C9CF4B6-7598-4EE3-9565-9D7240734FC9}" srcOrd="2" destOrd="0" presId="urn:microsoft.com/office/officeart/2018/5/layout/IconCircleLabelList"/>
    <dgm:cxn modelId="{6D8E2A18-EC50-4A97-B459-4F39BEB56139}" type="presParOf" srcId="{53C8F49C-90DE-4878-AAB2-CB526C787E5B}" destId="{01820F58-8143-4C7B-B1CD-8F185287E29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83195199-8F4D-49D6-9496-A5B97843AA59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88AE197-CE9D-43C0-9731-8F1AF654C3A2}">
      <dgm:prSet/>
      <dgm:spPr/>
      <dgm:t>
        <a:bodyPr/>
        <a:lstStyle/>
        <a:p>
          <a:r>
            <a:rPr lang="en-US"/>
            <a:t>ATR (Average True Range): A measure of market volatility.</a:t>
          </a:r>
        </a:p>
      </dgm:t>
    </dgm:pt>
    <dgm:pt modelId="{85790E34-9AB2-4A43-9779-43AD70E043FC}" type="parTrans" cxnId="{176E06A1-68DA-45D5-9954-05A312C4CFBC}">
      <dgm:prSet/>
      <dgm:spPr/>
      <dgm:t>
        <a:bodyPr/>
        <a:lstStyle/>
        <a:p>
          <a:endParaRPr lang="en-US"/>
        </a:p>
      </dgm:t>
    </dgm:pt>
    <dgm:pt modelId="{A49336F7-4443-46E1-9BF2-F0B69352FB22}" type="sibTrans" cxnId="{176E06A1-68DA-45D5-9954-05A312C4CFBC}">
      <dgm:prSet/>
      <dgm:spPr/>
      <dgm:t>
        <a:bodyPr/>
        <a:lstStyle/>
        <a:p>
          <a:endParaRPr lang="en-US"/>
        </a:p>
      </dgm:t>
    </dgm:pt>
    <dgm:pt modelId="{EE92A4DF-B816-436A-9440-D13488BA6BA0}">
      <dgm:prSet/>
      <dgm:spPr/>
      <dgm:t>
        <a:bodyPr/>
        <a:lstStyle/>
        <a:p>
          <a:r>
            <a:rPr lang="en-US"/>
            <a:t>PnL (Profit and Loss): A measure of the financial performance of a trade.</a:t>
          </a:r>
        </a:p>
      </dgm:t>
    </dgm:pt>
    <dgm:pt modelId="{EEFECFFF-34F3-409D-9101-8DE59691FEEA}" type="parTrans" cxnId="{C3629D1D-63B3-4768-914F-3A0CC5BBB921}">
      <dgm:prSet/>
      <dgm:spPr/>
      <dgm:t>
        <a:bodyPr/>
        <a:lstStyle/>
        <a:p>
          <a:endParaRPr lang="en-US"/>
        </a:p>
      </dgm:t>
    </dgm:pt>
    <dgm:pt modelId="{C73E5972-F139-4E90-9ACF-99427293FDFC}" type="sibTrans" cxnId="{C3629D1D-63B3-4768-914F-3A0CC5BBB921}">
      <dgm:prSet/>
      <dgm:spPr/>
      <dgm:t>
        <a:bodyPr/>
        <a:lstStyle/>
        <a:p>
          <a:endParaRPr lang="en-US"/>
        </a:p>
      </dgm:t>
    </dgm:pt>
    <dgm:pt modelId="{A6E47EF0-D897-41EA-9179-A926FCAA9A77}">
      <dgm:prSet/>
      <dgm:spPr/>
      <dgm:t>
        <a:bodyPr/>
        <a:lstStyle/>
        <a:p>
          <a:r>
            <a:rPr lang="en-US"/>
            <a:t>TP/SL (Take Profit/Stop Loss): Predefined levels to close a trade for profit or loss.</a:t>
          </a:r>
        </a:p>
      </dgm:t>
    </dgm:pt>
    <dgm:pt modelId="{B393905C-3C3C-4FBD-BD4F-90D4C2994085}" type="parTrans" cxnId="{67EED50E-EF61-439D-8001-7CDC9D754E08}">
      <dgm:prSet/>
      <dgm:spPr/>
      <dgm:t>
        <a:bodyPr/>
        <a:lstStyle/>
        <a:p>
          <a:endParaRPr lang="en-US"/>
        </a:p>
      </dgm:t>
    </dgm:pt>
    <dgm:pt modelId="{5FEEEDF4-4353-435C-9E13-45F5C104EB5C}" type="sibTrans" cxnId="{67EED50E-EF61-439D-8001-7CDC9D754E08}">
      <dgm:prSet/>
      <dgm:spPr/>
      <dgm:t>
        <a:bodyPr/>
        <a:lstStyle/>
        <a:p>
          <a:endParaRPr lang="en-US"/>
        </a:p>
      </dgm:t>
    </dgm:pt>
    <dgm:pt modelId="{6C435CCF-AEB1-400A-B9DE-ABF06DE9E477}" type="pres">
      <dgm:prSet presAssocID="{83195199-8F4D-49D6-9496-A5B97843AA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BE40BB-BBDE-48C6-9B54-01321D8676D5}" type="pres">
      <dgm:prSet presAssocID="{088AE197-CE9D-43C0-9731-8F1AF654C3A2}" presName="hierRoot1" presStyleCnt="0"/>
      <dgm:spPr/>
    </dgm:pt>
    <dgm:pt modelId="{75DAFFB0-A976-4B95-8BE6-80A9258FC9D8}" type="pres">
      <dgm:prSet presAssocID="{088AE197-CE9D-43C0-9731-8F1AF654C3A2}" presName="composite" presStyleCnt="0"/>
      <dgm:spPr/>
    </dgm:pt>
    <dgm:pt modelId="{B8AA3FEB-A5CB-492D-91BF-C3859D06D094}" type="pres">
      <dgm:prSet presAssocID="{088AE197-CE9D-43C0-9731-8F1AF654C3A2}" presName="background" presStyleLbl="node0" presStyleIdx="0" presStyleCnt="3"/>
      <dgm:spPr/>
    </dgm:pt>
    <dgm:pt modelId="{B43F5282-2837-4DE4-A80B-7E15DD379438}" type="pres">
      <dgm:prSet presAssocID="{088AE197-CE9D-43C0-9731-8F1AF654C3A2}" presName="text" presStyleLbl="fgAcc0" presStyleIdx="0" presStyleCnt="3">
        <dgm:presLayoutVars>
          <dgm:chPref val="3"/>
        </dgm:presLayoutVars>
      </dgm:prSet>
      <dgm:spPr/>
    </dgm:pt>
    <dgm:pt modelId="{CDB30383-781D-435C-8A1A-E2C1075E96F0}" type="pres">
      <dgm:prSet presAssocID="{088AE197-CE9D-43C0-9731-8F1AF654C3A2}" presName="hierChild2" presStyleCnt="0"/>
      <dgm:spPr/>
    </dgm:pt>
    <dgm:pt modelId="{E6328714-861F-4103-8B36-362AF5624E34}" type="pres">
      <dgm:prSet presAssocID="{EE92A4DF-B816-436A-9440-D13488BA6BA0}" presName="hierRoot1" presStyleCnt="0"/>
      <dgm:spPr/>
    </dgm:pt>
    <dgm:pt modelId="{CF548F68-2FCC-425C-A608-B9A697F3FB13}" type="pres">
      <dgm:prSet presAssocID="{EE92A4DF-B816-436A-9440-D13488BA6BA0}" presName="composite" presStyleCnt="0"/>
      <dgm:spPr/>
    </dgm:pt>
    <dgm:pt modelId="{E6F1188F-00D8-4731-9224-29B13B843894}" type="pres">
      <dgm:prSet presAssocID="{EE92A4DF-B816-436A-9440-D13488BA6BA0}" presName="background" presStyleLbl="node0" presStyleIdx="1" presStyleCnt="3"/>
      <dgm:spPr/>
    </dgm:pt>
    <dgm:pt modelId="{29FB67E9-94B4-4B8C-B3BE-C60EDD740B45}" type="pres">
      <dgm:prSet presAssocID="{EE92A4DF-B816-436A-9440-D13488BA6BA0}" presName="text" presStyleLbl="fgAcc0" presStyleIdx="1" presStyleCnt="3">
        <dgm:presLayoutVars>
          <dgm:chPref val="3"/>
        </dgm:presLayoutVars>
      </dgm:prSet>
      <dgm:spPr/>
    </dgm:pt>
    <dgm:pt modelId="{23D63D5F-B9C7-495F-B41B-376FB815CEBA}" type="pres">
      <dgm:prSet presAssocID="{EE92A4DF-B816-436A-9440-D13488BA6BA0}" presName="hierChild2" presStyleCnt="0"/>
      <dgm:spPr/>
    </dgm:pt>
    <dgm:pt modelId="{1FCAF298-A356-4E10-88F0-FD4535BB9527}" type="pres">
      <dgm:prSet presAssocID="{A6E47EF0-D897-41EA-9179-A926FCAA9A77}" presName="hierRoot1" presStyleCnt="0"/>
      <dgm:spPr/>
    </dgm:pt>
    <dgm:pt modelId="{6F74D886-5740-410F-8274-85C38649397F}" type="pres">
      <dgm:prSet presAssocID="{A6E47EF0-D897-41EA-9179-A926FCAA9A77}" presName="composite" presStyleCnt="0"/>
      <dgm:spPr/>
    </dgm:pt>
    <dgm:pt modelId="{7A3169C2-06B5-402A-8D64-6559F8D56615}" type="pres">
      <dgm:prSet presAssocID="{A6E47EF0-D897-41EA-9179-A926FCAA9A77}" presName="background" presStyleLbl="node0" presStyleIdx="2" presStyleCnt="3"/>
      <dgm:spPr/>
    </dgm:pt>
    <dgm:pt modelId="{601D94D7-6509-491A-8105-A88786DDB148}" type="pres">
      <dgm:prSet presAssocID="{A6E47EF0-D897-41EA-9179-A926FCAA9A77}" presName="text" presStyleLbl="fgAcc0" presStyleIdx="2" presStyleCnt="3">
        <dgm:presLayoutVars>
          <dgm:chPref val="3"/>
        </dgm:presLayoutVars>
      </dgm:prSet>
      <dgm:spPr/>
    </dgm:pt>
    <dgm:pt modelId="{031AE9AC-B821-4747-9747-DE822527F312}" type="pres">
      <dgm:prSet presAssocID="{A6E47EF0-D897-41EA-9179-A926FCAA9A77}" presName="hierChild2" presStyleCnt="0"/>
      <dgm:spPr/>
    </dgm:pt>
  </dgm:ptLst>
  <dgm:cxnLst>
    <dgm:cxn modelId="{67EED50E-EF61-439D-8001-7CDC9D754E08}" srcId="{83195199-8F4D-49D6-9496-A5B97843AA59}" destId="{A6E47EF0-D897-41EA-9179-A926FCAA9A77}" srcOrd="2" destOrd="0" parTransId="{B393905C-3C3C-4FBD-BD4F-90D4C2994085}" sibTransId="{5FEEEDF4-4353-435C-9E13-45F5C104EB5C}"/>
    <dgm:cxn modelId="{C3629D1D-63B3-4768-914F-3A0CC5BBB921}" srcId="{83195199-8F4D-49D6-9496-A5B97843AA59}" destId="{EE92A4DF-B816-436A-9440-D13488BA6BA0}" srcOrd="1" destOrd="0" parTransId="{EEFECFFF-34F3-409D-9101-8DE59691FEEA}" sibTransId="{C73E5972-F139-4E90-9ACF-99427293FDFC}"/>
    <dgm:cxn modelId="{45BA604D-DE91-479C-BCBB-29785B7FC2BD}" type="presOf" srcId="{088AE197-CE9D-43C0-9731-8F1AF654C3A2}" destId="{B43F5282-2837-4DE4-A80B-7E15DD379438}" srcOrd="0" destOrd="0" presId="urn:microsoft.com/office/officeart/2005/8/layout/hierarchy1"/>
    <dgm:cxn modelId="{35564A52-9B4A-4EE4-A575-8E33D09A5954}" type="presOf" srcId="{A6E47EF0-D897-41EA-9179-A926FCAA9A77}" destId="{601D94D7-6509-491A-8105-A88786DDB148}" srcOrd="0" destOrd="0" presId="urn:microsoft.com/office/officeart/2005/8/layout/hierarchy1"/>
    <dgm:cxn modelId="{36197D8F-037A-4E92-AF80-717DB4EED7EF}" type="presOf" srcId="{83195199-8F4D-49D6-9496-A5B97843AA59}" destId="{6C435CCF-AEB1-400A-B9DE-ABF06DE9E477}" srcOrd="0" destOrd="0" presId="urn:microsoft.com/office/officeart/2005/8/layout/hierarchy1"/>
    <dgm:cxn modelId="{176E06A1-68DA-45D5-9954-05A312C4CFBC}" srcId="{83195199-8F4D-49D6-9496-A5B97843AA59}" destId="{088AE197-CE9D-43C0-9731-8F1AF654C3A2}" srcOrd="0" destOrd="0" parTransId="{85790E34-9AB2-4A43-9779-43AD70E043FC}" sibTransId="{A49336F7-4443-46E1-9BF2-F0B69352FB22}"/>
    <dgm:cxn modelId="{02C18CE4-0FBD-4315-A27A-D6DFBC14691B}" type="presOf" srcId="{EE92A4DF-B816-436A-9440-D13488BA6BA0}" destId="{29FB67E9-94B4-4B8C-B3BE-C60EDD740B45}" srcOrd="0" destOrd="0" presId="urn:microsoft.com/office/officeart/2005/8/layout/hierarchy1"/>
    <dgm:cxn modelId="{C0F3ED63-44D5-4D44-9557-4B6782DF1967}" type="presParOf" srcId="{6C435CCF-AEB1-400A-B9DE-ABF06DE9E477}" destId="{C7BE40BB-BBDE-48C6-9B54-01321D8676D5}" srcOrd="0" destOrd="0" presId="urn:microsoft.com/office/officeart/2005/8/layout/hierarchy1"/>
    <dgm:cxn modelId="{28B974DF-9FEC-4948-A18D-741F54F8624E}" type="presParOf" srcId="{C7BE40BB-BBDE-48C6-9B54-01321D8676D5}" destId="{75DAFFB0-A976-4B95-8BE6-80A9258FC9D8}" srcOrd="0" destOrd="0" presId="urn:microsoft.com/office/officeart/2005/8/layout/hierarchy1"/>
    <dgm:cxn modelId="{667305C1-53A9-4160-B054-94085C8C1BDA}" type="presParOf" srcId="{75DAFFB0-A976-4B95-8BE6-80A9258FC9D8}" destId="{B8AA3FEB-A5CB-492D-91BF-C3859D06D094}" srcOrd="0" destOrd="0" presId="urn:microsoft.com/office/officeart/2005/8/layout/hierarchy1"/>
    <dgm:cxn modelId="{9F51B003-C70B-4831-9D46-DAC5721A3FD9}" type="presParOf" srcId="{75DAFFB0-A976-4B95-8BE6-80A9258FC9D8}" destId="{B43F5282-2837-4DE4-A80B-7E15DD379438}" srcOrd="1" destOrd="0" presId="urn:microsoft.com/office/officeart/2005/8/layout/hierarchy1"/>
    <dgm:cxn modelId="{8AEB210D-06AE-4794-844E-9CDBC949D179}" type="presParOf" srcId="{C7BE40BB-BBDE-48C6-9B54-01321D8676D5}" destId="{CDB30383-781D-435C-8A1A-E2C1075E96F0}" srcOrd="1" destOrd="0" presId="urn:microsoft.com/office/officeart/2005/8/layout/hierarchy1"/>
    <dgm:cxn modelId="{0648C9DE-8EC7-4241-AEC4-DA83EC5B5BCD}" type="presParOf" srcId="{6C435CCF-AEB1-400A-B9DE-ABF06DE9E477}" destId="{E6328714-861F-4103-8B36-362AF5624E34}" srcOrd="1" destOrd="0" presId="urn:microsoft.com/office/officeart/2005/8/layout/hierarchy1"/>
    <dgm:cxn modelId="{3156E9B2-89C9-4814-9516-D5CB91E891F3}" type="presParOf" srcId="{E6328714-861F-4103-8B36-362AF5624E34}" destId="{CF548F68-2FCC-425C-A608-B9A697F3FB13}" srcOrd="0" destOrd="0" presId="urn:microsoft.com/office/officeart/2005/8/layout/hierarchy1"/>
    <dgm:cxn modelId="{A12A7F82-B598-4EBB-B532-A1F6F4EABD53}" type="presParOf" srcId="{CF548F68-2FCC-425C-A608-B9A697F3FB13}" destId="{E6F1188F-00D8-4731-9224-29B13B843894}" srcOrd="0" destOrd="0" presId="urn:microsoft.com/office/officeart/2005/8/layout/hierarchy1"/>
    <dgm:cxn modelId="{E8676822-95BD-4835-82FA-ADB3823E0329}" type="presParOf" srcId="{CF548F68-2FCC-425C-A608-B9A697F3FB13}" destId="{29FB67E9-94B4-4B8C-B3BE-C60EDD740B45}" srcOrd="1" destOrd="0" presId="urn:microsoft.com/office/officeart/2005/8/layout/hierarchy1"/>
    <dgm:cxn modelId="{0AD3167C-58AD-4CF0-9A3E-33CF399296C2}" type="presParOf" srcId="{E6328714-861F-4103-8B36-362AF5624E34}" destId="{23D63D5F-B9C7-495F-B41B-376FB815CEBA}" srcOrd="1" destOrd="0" presId="urn:microsoft.com/office/officeart/2005/8/layout/hierarchy1"/>
    <dgm:cxn modelId="{6D7D0F9A-809E-4FD3-9D9E-125E18D90618}" type="presParOf" srcId="{6C435CCF-AEB1-400A-B9DE-ABF06DE9E477}" destId="{1FCAF298-A356-4E10-88F0-FD4535BB9527}" srcOrd="2" destOrd="0" presId="urn:microsoft.com/office/officeart/2005/8/layout/hierarchy1"/>
    <dgm:cxn modelId="{DAB882C4-6620-42D9-AB80-DAF619F03F51}" type="presParOf" srcId="{1FCAF298-A356-4E10-88F0-FD4535BB9527}" destId="{6F74D886-5740-410F-8274-85C38649397F}" srcOrd="0" destOrd="0" presId="urn:microsoft.com/office/officeart/2005/8/layout/hierarchy1"/>
    <dgm:cxn modelId="{E9511A6C-B769-40F3-92F8-1ABB8F8FE6CB}" type="presParOf" srcId="{6F74D886-5740-410F-8274-85C38649397F}" destId="{7A3169C2-06B5-402A-8D64-6559F8D56615}" srcOrd="0" destOrd="0" presId="urn:microsoft.com/office/officeart/2005/8/layout/hierarchy1"/>
    <dgm:cxn modelId="{CA5F7C5A-0D3F-49F3-A0C9-C583DE6DE7CC}" type="presParOf" srcId="{6F74D886-5740-410F-8274-85C38649397F}" destId="{601D94D7-6509-491A-8105-A88786DDB148}" srcOrd="1" destOrd="0" presId="urn:microsoft.com/office/officeart/2005/8/layout/hierarchy1"/>
    <dgm:cxn modelId="{247F0D77-E2EC-4E44-9F3B-26133A8A2F87}" type="presParOf" srcId="{1FCAF298-A356-4E10-88F0-FD4535BB9527}" destId="{031AE9AC-B821-4747-9747-DE822527F3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A9EDF70E-EC52-4446-BBAE-7B8A399926F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2730B01-AF99-43D9-9BEF-32646C476F0F}">
      <dgm:prSet/>
      <dgm:spPr/>
      <dgm:t>
        <a:bodyPr/>
        <a:lstStyle/>
        <a:p>
          <a:r>
            <a:rPr lang="en-US"/>
            <a:t>Investopedia: Technical Indicators</a:t>
          </a:r>
        </a:p>
      </dgm:t>
    </dgm:pt>
    <dgm:pt modelId="{76C7739A-D5F3-4CF5-8335-FECB729959D1}" type="parTrans" cxnId="{7CA83D54-9F7C-4620-B3E7-2FA4AFD8E77B}">
      <dgm:prSet/>
      <dgm:spPr/>
      <dgm:t>
        <a:bodyPr/>
        <a:lstStyle/>
        <a:p>
          <a:endParaRPr lang="en-US"/>
        </a:p>
      </dgm:t>
    </dgm:pt>
    <dgm:pt modelId="{F8724FC0-5479-433B-AE0F-B1A53B74B6B1}" type="sibTrans" cxnId="{7CA83D54-9F7C-4620-B3E7-2FA4AFD8E77B}">
      <dgm:prSet/>
      <dgm:spPr/>
      <dgm:t>
        <a:bodyPr/>
        <a:lstStyle/>
        <a:p>
          <a:endParaRPr lang="en-US"/>
        </a:p>
      </dgm:t>
    </dgm:pt>
    <dgm:pt modelId="{8F0ED3C8-8F76-43D0-AC1C-CB4427AD934A}">
      <dgm:prSet/>
      <dgm:spPr/>
      <dgm:t>
        <a:bodyPr/>
        <a:lstStyle/>
        <a:p>
          <a:r>
            <a:rPr lang="en-US"/>
            <a:t>Binance API Documentation</a:t>
          </a:r>
        </a:p>
      </dgm:t>
    </dgm:pt>
    <dgm:pt modelId="{5490BCA5-78E5-4B98-843B-73DB57D770DA}" type="parTrans" cxnId="{CEB7021A-9D84-42C1-8B49-6075B88939D1}">
      <dgm:prSet/>
      <dgm:spPr/>
      <dgm:t>
        <a:bodyPr/>
        <a:lstStyle/>
        <a:p>
          <a:endParaRPr lang="en-US"/>
        </a:p>
      </dgm:t>
    </dgm:pt>
    <dgm:pt modelId="{065C6118-76CC-4748-8624-C9CEF9806A8B}" type="sibTrans" cxnId="{CEB7021A-9D84-42C1-8B49-6075B88939D1}">
      <dgm:prSet/>
      <dgm:spPr/>
      <dgm:t>
        <a:bodyPr/>
        <a:lstStyle/>
        <a:p>
          <a:endParaRPr lang="en-US"/>
        </a:p>
      </dgm:t>
    </dgm:pt>
    <dgm:pt modelId="{D2BD9A66-E4F1-42A7-BD86-E76841611E5B}">
      <dgm:prSet/>
      <dgm:spPr/>
      <dgm:t>
        <a:bodyPr/>
        <a:lstStyle/>
        <a:p>
          <a:r>
            <a:rPr lang="en-US"/>
            <a:t>TA-Lib Documentation</a:t>
          </a:r>
        </a:p>
      </dgm:t>
    </dgm:pt>
    <dgm:pt modelId="{9D982500-699B-4AB6-90D8-64AEC329D933}" type="parTrans" cxnId="{5F2F1C5A-D851-4A47-9BD4-B2ADD17B1E69}">
      <dgm:prSet/>
      <dgm:spPr/>
      <dgm:t>
        <a:bodyPr/>
        <a:lstStyle/>
        <a:p>
          <a:endParaRPr lang="en-US"/>
        </a:p>
      </dgm:t>
    </dgm:pt>
    <dgm:pt modelId="{06A1414B-67AE-4C10-91CD-14E838D6DDF7}" type="sibTrans" cxnId="{5F2F1C5A-D851-4A47-9BD4-B2ADD17B1E69}">
      <dgm:prSet/>
      <dgm:spPr/>
      <dgm:t>
        <a:bodyPr/>
        <a:lstStyle/>
        <a:p>
          <a:endParaRPr lang="en-US"/>
        </a:p>
      </dgm:t>
    </dgm:pt>
    <dgm:pt modelId="{0FA795E0-2FD0-4C60-A2A6-5ED973F41552}" type="pres">
      <dgm:prSet presAssocID="{A9EDF70E-EC52-4446-BBAE-7B8A399926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9DF040-E848-4BA5-801F-B6D0DE724387}" type="pres">
      <dgm:prSet presAssocID="{92730B01-AF99-43D9-9BEF-32646C476F0F}" presName="hierRoot1" presStyleCnt="0"/>
      <dgm:spPr/>
    </dgm:pt>
    <dgm:pt modelId="{D74BEBF5-B2D7-4653-A26D-2FEBF78F50BB}" type="pres">
      <dgm:prSet presAssocID="{92730B01-AF99-43D9-9BEF-32646C476F0F}" presName="composite" presStyleCnt="0"/>
      <dgm:spPr/>
    </dgm:pt>
    <dgm:pt modelId="{F5CA068B-CA4E-46AD-87A3-05CDAE428800}" type="pres">
      <dgm:prSet presAssocID="{92730B01-AF99-43D9-9BEF-32646C476F0F}" presName="background" presStyleLbl="node0" presStyleIdx="0" presStyleCnt="3"/>
      <dgm:spPr/>
    </dgm:pt>
    <dgm:pt modelId="{DA1A6B0B-97E0-410B-8C86-8BAF290281FC}" type="pres">
      <dgm:prSet presAssocID="{92730B01-AF99-43D9-9BEF-32646C476F0F}" presName="text" presStyleLbl="fgAcc0" presStyleIdx="0" presStyleCnt="3">
        <dgm:presLayoutVars>
          <dgm:chPref val="3"/>
        </dgm:presLayoutVars>
      </dgm:prSet>
      <dgm:spPr/>
    </dgm:pt>
    <dgm:pt modelId="{0BE959E2-69BE-4F45-86D2-C1841B101E38}" type="pres">
      <dgm:prSet presAssocID="{92730B01-AF99-43D9-9BEF-32646C476F0F}" presName="hierChild2" presStyleCnt="0"/>
      <dgm:spPr/>
    </dgm:pt>
    <dgm:pt modelId="{05F40B94-E0D6-46AE-AC89-7AADBBB6E4E3}" type="pres">
      <dgm:prSet presAssocID="{8F0ED3C8-8F76-43D0-AC1C-CB4427AD934A}" presName="hierRoot1" presStyleCnt="0"/>
      <dgm:spPr/>
    </dgm:pt>
    <dgm:pt modelId="{DE975BB3-AD9B-4AE1-8DD1-DF17935A3A0C}" type="pres">
      <dgm:prSet presAssocID="{8F0ED3C8-8F76-43D0-AC1C-CB4427AD934A}" presName="composite" presStyleCnt="0"/>
      <dgm:spPr/>
    </dgm:pt>
    <dgm:pt modelId="{6629AC02-1E11-4243-88B8-838DD023FBA5}" type="pres">
      <dgm:prSet presAssocID="{8F0ED3C8-8F76-43D0-AC1C-CB4427AD934A}" presName="background" presStyleLbl="node0" presStyleIdx="1" presStyleCnt="3"/>
      <dgm:spPr/>
    </dgm:pt>
    <dgm:pt modelId="{A1359C2B-CDC6-4FEC-AAEF-84D6CA3E10EF}" type="pres">
      <dgm:prSet presAssocID="{8F0ED3C8-8F76-43D0-AC1C-CB4427AD934A}" presName="text" presStyleLbl="fgAcc0" presStyleIdx="1" presStyleCnt="3">
        <dgm:presLayoutVars>
          <dgm:chPref val="3"/>
        </dgm:presLayoutVars>
      </dgm:prSet>
      <dgm:spPr/>
    </dgm:pt>
    <dgm:pt modelId="{AB6D0967-ECD3-4A00-A3E5-242A392EFE3B}" type="pres">
      <dgm:prSet presAssocID="{8F0ED3C8-8F76-43D0-AC1C-CB4427AD934A}" presName="hierChild2" presStyleCnt="0"/>
      <dgm:spPr/>
    </dgm:pt>
    <dgm:pt modelId="{8F28EFAC-F11B-4EDD-ADCC-5228B76EA437}" type="pres">
      <dgm:prSet presAssocID="{D2BD9A66-E4F1-42A7-BD86-E76841611E5B}" presName="hierRoot1" presStyleCnt="0"/>
      <dgm:spPr/>
    </dgm:pt>
    <dgm:pt modelId="{37A31234-6A48-461A-A6BE-48A0F4ABEA78}" type="pres">
      <dgm:prSet presAssocID="{D2BD9A66-E4F1-42A7-BD86-E76841611E5B}" presName="composite" presStyleCnt="0"/>
      <dgm:spPr/>
    </dgm:pt>
    <dgm:pt modelId="{AC20E9E8-AC46-419B-B467-13B01DE027BB}" type="pres">
      <dgm:prSet presAssocID="{D2BD9A66-E4F1-42A7-BD86-E76841611E5B}" presName="background" presStyleLbl="node0" presStyleIdx="2" presStyleCnt="3"/>
      <dgm:spPr/>
    </dgm:pt>
    <dgm:pt modelId="{4E33AF5E-9995-491F-AE92-898BB201152C}" type="pres">
      <dgm:prSet presAssocID="{D2BD9A66-E4F1-42A7-BD86-E76841611E5B}" presName="text" presStyleLbl="fgAcc0" presStyleIdx="2" presStyleCnt="3">
        <dgm:presLayoutVars>
          <dgm:chPref val="3"/>
        </dgm:presLayoutVars>
      </dgm:prSet>
      <dgm:spPr/>
    </dgm:pt>
    <dgm:pt modelId="{9F7DDE8B-38A7-48F5-B2CB-015C1E4379ED}" type="pres">
      <dgm:prSet presAssocID="{D2BD9A66-E4F1-42A7-BD86-E76841611E5B}" presName="hierChild2" presStyleCnt="0"/>
      <dgm:spPr/>
    </dgm:pt>
  </dgm:ptLst>
  <dgm:cxnLst>
    <dgm:cxn modelId="{92BD3210-F252-41B7-ACC6-F27A47B847FC}" type="presOf" srcId="{A9EDF70E-EC52-4446-BBAE-7B8A399926F6}" destId="{0FA795E0-2FD0-4C60-A2A6-5ED973F41552}" srcOrd="0" destOrd="0" presId="urn:microsoft.com/office/officeart/2005/8/layout/hierarchy1"/>
    <dgm:cxn modelId="{CEB7021A-9D84-42C1-8B49-6075B88939D1}" srcId="{A9EDF70E-EC52-4446-BBAE-7B8A399926F6}" destId="{8F0ED3C8-8F76-43D0-AC1C-CB4427AD934A}" srcOrd="1" destOrd="0" parTransId="{5490BCA5-78E5-4B98-843B-73DB57D770DA}" sibTransId="{065C6118-76CC-4748-8624-C9CEF9806A8B}"/>
    <dgm:cxn modelId="{EBEDD334-6220-4B5B-BD74-A886D52D12DB}" type="presOf" srcId="{8F0ED3C8-8F76-43D0-AC1C-CB4427AD934A}" destId="{A1359C2B-CDC6-4FEC-AAEF-84D6CA3E10EF}" srcOrd="0" destOrd="0" presId="urn:microsoft.com/office/officeart/2005/8/layout/hierarchy1"/>
    <dgm:cxn modelId="{0673A062-F354-4459-B0D5-FBBA4A23B63D}" type="presOf" srcId="{92730B01-AF99-43D9-9BEF-32646C476F0F}" destId="{DA1A6B0B-97E0-410B-8C86-8BAF290281FC}" srcOrd="0" destOrd="0" presId="urn:microsoft.com/office/officeart/2005/8/layout/hierarchy1"/>
    <dgm:cxn modelId="{98470E4B-8FD2-4E71-B5A1-5657BF1292A5}" type="presOf" srcId="{D2BD9A66-E4F1-42A7-BD86-E76841611E5B}" destId="{4E33AF5E-9995-491F-AE92-898BB201152C}" srcOrd="0" destOrd="0" presId="urn:microsoft.com/office/officeart/2005/8/layout/hierarchy1"/>
    <dgm:cxn modelId="{7CA83D54-9F7C-4620-B3E7-2FA4AFD8E77B}" srcId="{A9EDF70E-EC52-4446-BBAE-7B8A399926F6}" destId="{92730B01-AF99-43D9-9BEF-32646C476F0F}" srcOrd="0" destOrd="0" parTransId="{76C7739A-D5F3-4CF5-8335-FECB729959D1}" sibTransId="{F8724FC0-5479-433B-AE0F-B1A53B74B6B1}"/>
    <dgm:cxn modelId="{5F2F1C5A-D851-4A47-9BD4-B2ADD17B1E69}" srcId="{A9EDF70E-EC52-4446-BBAE-7B8A399926F6}" destId="{D2BD9A66-E4F1-42A7-BD86-E76841611E5B}" srcOrd="2" destOrd="0" parTransId="{9D982500-699B-4AB6-90D8-64AEC329D933}" sibTransId="{06A1414B-67AE-4C10-91CD-14E838D6DDF7}"/>
    <dgm:cxn modelId="{7FFD0355-BAEA-484A-889C-A293E7DA62AD}" type="presParOf" srcId="{0FA795E0-2FD0-4C60-A2A6-5ED973F41552}" destId="{699DF040-E848-4BA5-801F-B6D0DE724387}" srcOrd="0" destOrd="0" presId="urn:microsoft.com/office/officeart/2005/8/layout/hierarchy1"/>
    <dgm:cxn modelId="{C8F63B83-2E3E-4069-9E4D-C3E4673A7DBE}" type="presParOf" srcId="{699DF040-E848-4BA5-801F-B6D0DE724387}" destId="{D74BEBF5-B2D7-4653-A26D-2FEBF78F50BB}" srcOrd="0" destOrd="0" presId="urn:microsoft.com/office/officeart/2005/8/layout/hierarchy1"/>
    <dgm:cxn modelId="{A3AD4A8C-8B32-4453-A536-03716059B210}" type="presParOf" srcId="{D74BEBF5-B2D7-4653-A26D-2FEBF78F50BB}" destId="{F5CA068B-CA4E-46AD-87A3-05CDAE428800}" srcOrd="0" destOrd="0" presId="urn:microsoft.com/office/officeart/2005/8/layout/hierarchy1"/>
    <dgm:cxn modelId="{6BF4D590-CFF7-45E1-8042-BE742007DD08}" type="presParOf" srcId="{D74BEBF5-B2D7-4653-A26D-2FEBF78F50BB}" destId="{DA1A6B0B-97E0-410B-8C86-8BAF290281FC}" srcOrd="1" destOrd="0" presId="urn:microsoft.com/office/officeart/2005/8/layout/hierarchy1"/>
    <dgm:cxn modelId="{4AC99FBC-2728-4069-A01E-49738331A491}" type="presParOf" srcId="{699DF040-E848-4BA5-801F-B6D0DE724387}" destId="{0BE959E2-69BE-4F45-86D2-C1841B101E38}" srcOrd="1" destOrd="0" presId="urn:microsoft.com/office/officeart/2005/8/layout/hierarchy1"/>
    <dgm:cxn modelId="{AE1EC8A7-D854-47EC-A304-9F51EA7EB51C}" type="presParOf" srcId="{0FA795E0-2FD0-4C60-A2A6-5ED973F41552}" destId="{05F40B94-E0D6-46AE-AC89-7AADBBB6E4E3}" srcOrd="1" destOrd="0" presId="urn:microsoft.com/office/officeart/2005/8/layout/hierarchy1"/>
    <dgm:cxn modelId="{074362F8-091E-4BCD-AADB-CE602F49C51B}" type="presParOf" srcId="{05F40B94-E0D6-46AE-AC89-7AADBBB6E4E3}" destId="{DE975BB3-AD9B-4AE1-8DD1-DF17935A3A0C}" srcOrd="0" destOrd="0" presId="urn:microsoft.com/office/officeart/2005/8/layout/hierarchy1"/>
    <dgm:cxn modelId="{70478F60-414D-45E1-8B6F-68C30BE42335}" type="presParOf" srcId="{DE975BB3-AD9B-4AE1-8DD1-DF17935A3A0C}" destId="{6629AC02-1E11-4243-88B8-838DD023FBA5}" srcOrd="0" destOrd="0" presId="urn:microsoft.com/office/officeart/2005/8/layout/hierarchy1"/>
    <dgm:cxn modelId="{08E66EF4-1984-45FC-A5A5-C0211CC9F78F}" type="presParOf" srcId="{DE975BB3-AD9B-4AE1-8DD1-DF17935A3A0C}" destId="{A1359C2B-CDC6-4FEC-AAEF-84D6CA3E10EF}" srcOrd="1" destOrd="0" presId="urn:microsoft.com/office/officeart/2005/8/layout/hierarchy1"/>
    <dgm:cxn modelId="{5EFC94BF-50F8-4982-A486-5469319FD4A3}" type="presParOf" srcId="{05F40B94-E0D6-46AE-AC89-7AADBBB6E4E3}" destId="{AB6D0967-ECD3-4A00-A3E5-242A392EFE3B}" srcOrd="1" destOrd="0" presId="urn:microsoft.com/office/officeart/2005/8/layout/hierarchy1"/>
    <dgm:cxn modelId="{A1BDB378-C224-4B6C-944D-D87A85F541B5}" type="presParOf" srcId="{0FA795E0-2FD0-4C60-A2A6-5ED973F41552}" destId="{8F28EFAC-F11B-4EDD-ADCC-5228B76EA437}" srcOrd="2" destOrd="0" presId="urn:microsoft.com/office/officeart/2005/8/layout/hierarchy1"/>
    <dgm:cxn modelId="{AB12EF6F-D6F4-476B-BCE3-6A1165235864}" type="presParOf" srcId="{8F28EFAC-F11B-4EDD-ADCC-5228B76EA437}" destId="{37A31234-6A48-461A-A6BE-48A0F4ABEA78}" srcOrd="0" destOrd="0" presId="urn:microsoft.com/office/officeart/2005/8/layout/hierarchy1"/>
    <dgm:cxn modelId="{97787070-5A7C-48D6-B7CA-F2551E7B4A20}" type="presParOf" srcId="{37A31234-6A48-461A-A6BE-48A0F4ABEA78}" destId="{AC20E9E8-AC46-419B-B467-13B01DE027BB}" srcOrd="0" destOrd="0" presId="urn:microsoft.com/office/officeart/2005/8/layout/hierarchy1"/>
    <dgm:cxn modelId="{BF31BCCF-B916-4A7D-B9D3-EEF32630B0B8}" type="presParOf" srcId="{37A31234-6A48-461A-A6BE-48A0F4ABEA78}" destId="{4E33AF5E-9995-491F-AE92-898BB201152C}" srcOrd="1" destOrd="0" presId="urn:microsoft.com/office/officeart/2005/8/layout/hierarchy1"/>
    <dgm:cxn modelId="{98AB61BA-27CC-451D-82F7-D6E9A7A3F716}" type="presParOf" srcId="{8F28EFAC-F11B-4EDD-ADCC-5228B76EA437}" destId="{9F7DDE8B-38A7-48F5-B2CB-015C1E4379E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E62D7E65-2AF8-44AE-A6CB-4002322ACA6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F7381B-FCB0-4E2C-8401-0A3D604DCA78}">
      <dgm:prSet/>
      <dgm:spPr/>
      <dgm:t>
        <a:bodyPr/>
        <a:lstStyle/>
        <a:p>
          <a:r>
            <a:rPr lang="en-US"/>
            <a:t>Special thanks to the team, mentors, and resources that supported this project.</a:t>
          </a:r>
        </a:p>
      </dgm:t>
    </dgm:pt>
    <dgm:pt modelId="{0DEE1CED-7760-4D06-946A-4DAA904177EA}" type="parTrans" cxnId="{07F3895E-A9A5-4AB0-A66C-684145EB63DD}">
      <dgm:prSet/>
      <dgm:spPr/>
      <dgm:t>
        <a:bodyPr/>
        <a:lstStyle/>
        <a:p>
          <a:endParaRPr lang="en-US"/>
        </a:p>
      </dgm:t>
    </dgm:pt>
    <dgm:pt modelId="{1E9529A4-0663-462D-B9F0-E452E844CF77}" type="sibTrans" cxnId="{07F3895E-A9A5-4AB0-A66C-684145EB63DD}">
      <dgm:prSet/>
      <dgm:spPr/>
      <dgm:t>
        <a:bodyPr/>
        <a:lstStyle/>
        <a:p>
          <a:endParaRPr lang="en-US"/>
        </a:p>
      </dgm:t>
    </dgm:pt>
    <dgm:pt modelId="{C54FA427-87DC-4131-9902-077DCCD4C1C7}">
      <dgm:prSet/>
      <dgm:spPr/>
      <dgm:t>
        <a:bodyPr/>
        <a:lstStyle/>
        <a:p>
          <a:r>
            <a:rPr lang="en-US"/>
            <a:t>Gratitude to the open-source community for providing valuable tools and libraries.</a:t>
          </a:r>
        </a:p>
      </dgm:t>
    </dgm:pt>
    <dgm:pt modelId="{237890E4-5044-4FEE-9493-D5FC85DBB8EC}" type="parTrans" cxnId="{E4F9533F-7D57-46BA-BD7B-7058AEFE76B6}">
      <dgm:prSet/>
      <dgm:spPr/>
      <dgm:t>
        <a:bodyPr/>
        <a:lstStyle/>
        <a:p>
          <a:endParaRPr lang="en-US"/>
        </a:p>
      </dgm:t>
    </dgm:pt>
    <dgm:pt modelId="{B60FE115-40A5-42A2-B281-79BC00F9FB1A}" type="sibTrans" cxnId="{E4F9533F-7D57-46BA-BD7B-7058AEFE76B6}">
      <dgm:prSet/>
      <dgm:spPr/>
      <dgm:t>
        <a:bodyPr/>
        <a:lstStyle/>
        <a:p>
          <a:endParaRPr lang="en-US"/>
        </a:p>
      </dgm:t>
    </dgm:pt>
    <dgm:pt modelId="{C84726F6-F2E5-44D2-92BE-2B3DB36A4FD9}" type="pres">
      <dgm:prSet presAssocID="{E62D7E65-2AF8-44AE-A6CB-4002322ACA6D}" presName="root" presStyleCnt="0">
        <dgm:presLayoutVars>
          <dgm:dir/>
          <dgm:resizeHandles val="exact"/>
        </dgm:presLayoutVars>
      </dgm:prSet>
      <dgm:spPr/>
    </dgm:pt>
    <dgm:pt modelId="{7A3DDECB-E333-462C-9AF8-ECA37BF52CCD}" type="pres">
      <dgm:prSet presAssocID="{D9F7381B-FCB0-4E2C-8401-0A3D604DCA78}" presName="compNode" presStyleCnt="0"/>
      <dgm:spPr/>
    </dgm:pt>
    <dgm:pt modelId="{AFEC2F42-C4CB-478F-A0A4-51F331A0E612}" type="pres">
      <dgm:prSet presAssocID="{D9F7381B-FCB0-4E2C-8401-0A3D604DCA7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3C366B9-C257-4C2C-9537-A3BDD8E2140C}" type="pres">
      <dgm:prSet presAssocID="{D9F7381B-FCB0-4E2C-8401-0A3D604DCA78}" presName="spaceRect" presStyleCnt="0"/>
      <dgm:spPr/>
    </dgm:pt>
    <dgm:pt modelId="{C10FF240-7AB5-493F-96C7-939F6F6CDA70}" type="pres">
      <dgm:prSet presAssocID="{D9F7381B-FCB0-4E2C-8401-0A3D604DCA78}" presName="textRect" presStyleLbl="revTx" presStyleIdx="0" presStyleCnt="2">
        <dgm:presLayoutVars>
          <dgm:chMax val="1"/>
          <dgm:chPref val="1"/>
        </dgm:presLayoutVars>
      </dgm:prSet>
      <dgm:spPr/>
    </dgm:pt>
    <dgm:pt modelId="{821E032D-A461-4749-9BB1-C8AABEEAEBBF}" type="pres">
      <dgm:prSet presAssocID="{1E9529A4-0663-462D-B9F0-E452E844CF77}" presName="sibTrans" presStyleCnt="0"/>
      <dgm:spPr/>
    </dgm:pt>
    <dgm:pt modelId="{6BBFBE40-A4AF-4C05-84D0-D56C8B83E267}" type="pres">
      <dgm:prSet presAssocID="{C54FA427-87DC-4131-9902-077DCCD4C1C7}" presName="compNode" presStyleCnt="0"/>
      <dgm:spPr/>
    </dgm:pt>
    <dgm:pt modelId="{69831DCF-5F4A-4C2D-AA81-2F064A6B4E74}" type="pres">
      <dgm:prSet presAssocID="{C54FA427-87DC-4131-9902-077DCCD4C1C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9CB67FED-1DC1-4C7D-B03C-3D5D8BF8AB97}" type="pres">
      <dgm:prSet presAssocID="{C54FA427-87DC-4131-9902-077DCCD4C1C7}" presName="spaceRect" presStyleCnt="0"/>
      <dgm:spPr/>
    </dgm:pt>
    <dgm:pt modelId="{CB5F5913-1B24-41B7-B5E6-70170F27EB25}" type="pres">
      <dgm:prSet presAssocID="{C54FA427-87DC-4131-9902-077DCCD4C1C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427EF1B-914B-40EA-B9BA-920290A78862}" type="presOf" srcId="{D9F7381B-FCB0-4E2C-8401-0A3D604DCA78}" destId="{C10FF240-7AB5-493F-96C7-939F6F6CDA70}" srcOrd="0" destOrd="0" presId="urn:microsoft.com/office/officeart/2018/2/layout/IconLabelList"/>
    <dgm:cxn modelId="{C3FEDB27-E91D-45CC-BC57-D5C532A0F0D4}" type="presOf" srcId="{E62D7E65-2AF8-44AE-A6CB-4002322ACA6D}" destId="{C84726F6-F2E5-44D2-92BE-2B3DB36A4FD9}" srcOrd="0" destOrd="0" presId="urn:microsoft.com/office/officeart/2018/2/layout/IconLabelList"/>
    <dgm:cxn modelId="{E4F9533F-7D57-46BA-BD7B-7058AEFE76B6}" srcId="{E62D7E65-2AF8-44AE-A6CB-4002322ACA6D}" destId="{C54FA427-87DC-4131-9902-077DCCD4C1C7}" srcOrd="1" destOrd="0" parTransId="{237890E4-5044-4FEE-9493-D5FC85DBB8EC}" sibTransId="{B60FE115-40A5-42A2-B281-79BC00F9FB1A}"/>
    <dgm:cxn modelId="{07F3895E-A9A5-4AB0-A66C-684145EB63DD}" srcId="{E62D7E65-2AF8-44AE-A6CB-4002322ACA6D}" destId="{D9F7381B-FCB0-4E2C-8401-0A3D604DCA78}" srcOrd="0" destOrd="0" parTransId="{0DEE1CED-7760-4D06-946A-4DAA904177EA}" sibTransId="{1E9529A4-0663-462D-B9F0-E452E844CF77}"/>
    <dgm:cxn modelId="{BAABF664-5C05-464B-AEBF-C092285ABDD6}" type="presOf" srcId="{C54FA427-87DC-4131-9902-077DCCD4C1C7}" destId="{CB5F5913-1B24-41B7-B5E6-70170F27EB25}" srcOrd="0" destOrd="0" presId="urn:microsoft.com/office/officeart/2018/2/layout/IconLabelList"/>
    <dgm:cxn modelId="{45890FC0-4EB8-4F71-93F5-81D45B0D758D}" type="presParOf" srcId="{C84726F6-F2E5-44D2-92BE-2B3DB36A4FD9}" destId="{7A3DDECB-E333-462C-9AF8-ECA37BF52CCD}" srcOrd="0" destOrd="0" presId="urn:microsoft.com/office/officeart/2018/2/layout/IconLabelList"/>
    <dgm:cxn modelId="{039ED3FE-8D86-4A59-A9B3-59A1082DE7F3}" type="presParOf" srcId="{7A3DDECB-E333-462C-9AF8-ECA37BF52CCD}" destId="{AFEC2F42-C4CB-478F-A0A4-51F331A0E612}" srcOrd="0" destOrd="0" presId="urn:microsoft.com/office/officeart/2018/2/layout/IconLabelList"/>
    <dgm:cxn modelId="{069C7F17-F853-4FB7-A283-3D4CDFF56DAF}" type="presParOf" srcId="{7A3DDECB-E333-462C-9AF8-ECA37BF52CCD}" destId="{F3C366B9-C257-4C2C-9537-A3BDD8E2140C}" srcOrd="1" destOrd="0" presId="urn:microsoft.com/office/officeart/2018/2/layout/IconLabelList"/>
    <dgm:cxn modelId="{104FC392-933E-4006-B3E0-89A352B8DC9E}" type="presParOf" srcId="{7A3DDECB-E333-462C-9AF8-ECA37BF52CCD}" destId="{C10FF240-7AB5-493F-96C7-939F6F6CDA70}" srcOrd="2" destOrd="0" presId="urn:microsoft.com/office/officeart/2018/2/layout/IconLabelList"/>
    <dgm:cxn modelId="{2DC7F82B-FF78-42C6-8BC9-FBD5DF0D2214}" type="presParOf" srcId="{C84726F6-F2E5-44D2-92BE-2B3DB36A4FD9}" destId="{821E032D-A461-4749-9BB1-C8AABEEAEBBF}" srcOrd="1" destOrd="0" presId="urn:microsoft.com/office/officeart/2018/2/layout/IconLabelList"/>
    <dgm:cxn modelId="{2D32BD80-324A-4201-91C9-F80691113894}" type="presParOf" srcId="{C84726F6-F2E5-44D2-92BE-2B3DB36A4FD9}" destId="{6BBFBE40-A4AF-4C05-84D0-D56C8B83E267}" srcOrd="2" destOrd="0" presId="urn:microsoft.com/office/officeart/2018/2/layout/IconLabelList"/>
    <dgm:cxn modelId="{FB8406F4-929A-4143-9309-EC6F670844A4}" type="presParOf" srcId="{6BBFBE40-A4AF-4C05-84D0-D56C8B83E267}" destId="{69831DCF-5F4A-4C2D-AA81-2F064A6B4E74}" srcOrd="0" destOrd="0" presId="urn:microsoft.com/office/officeart/2018/2/layout/IconLabelList"/>
    <dgm:cxn modelId="{75F3DDFC-EFD9-44CA-B88A-C03646C149F7}" type="presParOf" srcId="{6BBFBE40-A4AF-4C05-84D0-D56C8B83E267}" destId="{9CB67FED-1DC1-4C7D-B03C-3D5D8BF8AB97}" srcOrd="1" destOrd="0" presId="urn:microsoft.com/office/officeart/2018/2/layout/IconLabelList"/>
    <dgm:cxn modelId="{9549354B-B3E0-4FEF-86D8-61A4B5B88AAD}" type="presParOf" srcId="{6BBFBE40-A4AF-4C05-84D0-D56C8B83E267}" destId="{CB5F5913-1B24-41B7-B5E6-70170F27EB2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C0EFB-240F-49A1-93F7-21E4C377C029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1A7F2D-C6A9-41AA-B004-97BF23F1D866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B5544-FD6D-4442-A018-7AF572F57FC6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Trading bots are automated software that buy and sell assets in the financial markets based on predefined strategies.</a:t>
          </a:r>
        </a:p>
      </dsp:txBody>
      <dsp:txXfrm>
        <a:off x="1509882" y="708097"/>
        <a:ext cx="9005717" cy="1307257"/>
      </dsp:txXfrm>
    </dsp:sp>
    <dsp:sp modelId="{A3E5DE79-3959-4D71-A785-7962BCE0EA23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FA1F8-732C-4587-B703-B4EF09F75C8B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B582E-E40C-4C13-824D-4086F0B2A572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They can be used in stock trading, cryptocurrency trading, and other financial markets.</a:t>
          </a:r>
        </a:p>
      </dsp:txBody>
      <dsp:txXfrm>
        <a:off x="1509882" y="2342169"/>
        <a:ext cx="9005717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9A839-06C8-4F9D-87AD-4E1EA5CB8889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64B921-D456-42A6-B7E6-DD588D2ED0A4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AAD38-2306-4EB2-9626-63C5B90FB11A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project involves the development of a trading bot for the cryptocurrency market.</a:t>
          </a:r>
        </a:p>
      </dsp:txBody>
      <dsp:txXfrm>
        <a:off x="1509882" y="708097"/>
        <a:ext cx="9005717" cy="1307257"/>
      </dsp:txXfrm>
    </dsp:sp>
    <dsp:sp modelId="{E92700A1-1442-466B-9BCE-14241D30BBD7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319ED-39B8-4DF4-BD47-DE38FA044345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D09EB-017B-4B8E-80CC-684A469D3BC3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bot was developed using various machine learning and deep learning models, along with time series analysis.</a:t>
          </a:r>
        </a:p>
      </dsp:txBody>
      <dsp:txXfrm>
        <a:off x="1509882" y="2342169"/>
        <a:ext cx="9005717" cy="13072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E6E2E-3D43-41D3-A8E9-522383727CB6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A01B8-B49C-4A98-928D-AB5BDED86670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1E6D4-272D-41AA-BFF1-0172799F9E7B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Binance Testnet API was used as the data source for this project.</a:t>
          </a:r>
        </a:p>
      </dsp:txBody>
      <dsp:txXfrm>
        <a:off x="1342800" y="3255669"/>
        <a:ext cx="3600000" cy="720000"/>
      </dsp:txXfrm>
    </dsp:sp>
    <dsp:sp modelId="{8DE3E127-B94D-4071-ACFE-52DAE8DC08EE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E748C-12CF-4483-BE7B-8304D4D11AC9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122BA-EF47-4A0C-8319-35404D641836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The testnet environment allows developers to test their trading strategies without risking real money.</a:t>
          </a:r>
        </a:p>
      </dsp:txBody>
      <dsp:txXfrm>
        <a:off x="5572800" y="3255669"/>
        <a:ext cx="36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C96EA-5B0A-42E4-B3EC-01D13EDB826E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4ACE0-1C62-4D07-B157-3B610DC07212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27226-C2C7-4353-8A2A-C647DB3C888A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Binance Testnet mimics the live trading environment of Binance but uses virtual funds.</a:t>
          </a:r>
        </a:p>
      </dsp:txBody>
      <dsp:txXfrm>
        <a:off x="1342800" y="3255669"/>
        <a:ext cx="3600000" cy="720000"/>
      </dsp:txXfrm>
    </dsp:sp>
    <dsp:sp modelId="{3E7B746C-ED45-4A2E-958D-592775A2263C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603DA-D29A-48B5-BCC3-06683CE30BF1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7F66F-DF9B-40DE-91B2-C1D1416C2862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It's ideal for testing trading strategies and algorithms safely.</a:t>
          </a:r>
        </a:p>
      </dsp:txBody>
      <dsp:txXfrm>
        <a:off x="5572800" y="3255669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1F31F-4F93-4289-8BF0-3B7516079E3F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Time Frame: 1 Minute</a:t>
          </a:r>
        </a:p>
      </dsp:txBody>
      <dsp:txXfrm>
        <a:off x="38234" y="38234"/>
        <a:ext cx="7529629" cy="1228933"/>
      </dsp:txXfrm>
    </dsp:sp>
    <dsp:sp modelId="{32EC51CB-9643-4020-ACA8-9333EDCB2CE8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Time Horizon: From 1st January 2020 to the current time.</a:t>
          </a:r>
        </a:p>
      </dsp:txBody>
      <dsp:txXfrm>
        <a:off x="826903" y="1561202"/>
        <a:ext cx="7224611" cy="1228933"/>
      </dsp:txXfrm>
    </dsp:sp>
    <dsp:sp modelId="{EF2746AE-973C-46A2-946A-E1B2BEFF6647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Currency: BTCUSDT (Bitcoin to USDT).</a:t>
          </a:r>
        </a:p>
      </dsp:txBody>
      <dsp:txXfrm>
        <a:off x="1615573" y="3084170"/>
        <a:ext cx="7224611" cy="1228933"/>
      </dsp:txXfrm>
    </dsp:sp>
    <dsp:sp modelId="{0352BE51-9748-4853-B2B2-B6092F4D4EFE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D8C37E14-AF20-4A0E-ABD2-488E0E76A205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B298A-DCEE-4D87-89F6-7F153339D777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0088C-8325-4A3E-8C2D-E8871CDD1294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22714-A2E3-4F66-A933-A9273498D12A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preprocessing is a crucial step to ensure that the data is clean, consistent, and ready for analysis.</a:t>
          </a:r>
        </a:p>
      </dsp:txBody>
      <dsp:txXfrm>
        <a:off x="1509882" y="708097"/>
        <a:ext cx="9005717" cy="1307257"/>
      </dsp:txXfrm>
    </dsp:sp>
    <dsp:sp modelId="{29FE25CD-629D-4E78-8EBF-9D790B0C431C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B3DEED-7DB1-4330-A907-BB102E9B89C3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61688-42CD-4649-B9EB-920E7BF4DF0A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step includes checking for missing data, filling gaps, and performing validation checks.</a:t>
          </a:r>
        </a:p>
      </dsp:txBody>
      <dsp:txXfrm>
        <a:off x="1509882" y="2342169"/>
        <a:ext cx="9005717" cy="13072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BD2EE-6A29-46BE-8C3A-672AD4CF4FCE}">
      <dsp:nvSpPr>
        <dsp:cNvPr id="0" name=""/>
        <dsp:cNvSpPr/>
      </dsp:nvSpPr>
      <dsp:spPr>
        <a:xfrm>
          <a:off x="0" y="34184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35E4F-7EE2-4631-9A7C-61A0BC51784F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57B1D-72C9-4CFF-A2E4-79627F41CEAB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Validation checks ensure data integrity:</a:t>
          </a:r>
        </a:p>
      </dsp:txBody>
      <dsp:txXfrm>
        <a:off x="1339618" y="2288"/>
        <a:ext cx="5024605" cy="1159843"/>
      </dsp:txXfrm>
    </dsp:sp>
    <dsp:sp modelId="{025D26E5-0E42-44F8-8CF4-35CC8EA017AA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113EB-D6C8-4A51-AD58-4306DA8093A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6EFC0-7FA2-44B7-BEEA-71304D4A4E3C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Low should not be greater than High.</a:t>
          </a:r>
        </a:p>
      </dsp:txBody>
      <dsp:txXfrm>
        <a:off x="1339618" y="1452092"/>
        <a:ext cx="5024605" cy="1159843"/>
      </dsp:txXfrm>
    </dsp:sp>
    <dsp:sp modelId="{EBFE1D22-13CA-4947-AE4F-6C3AD845C620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76A12-A96B-4DBF-8905-6E85238CB8BE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B1560-E348-4290-9785-4F3C7B3F5A41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High should be greater than or equal to Open.</a:t>
          </a:r>
        </a:p>
      </dsp:txBody>
      <dsp:txXfrm>
        <a:off x="1339618" y="2901896"/>
        <a:ext cx="5024605" cy="1159843"/>
      </dsp:txXfrm>
    </dsp:sp>
    <dsp:sp modelId="{4BAE7131-4E33-460E-AC3D-0A6A6F290A2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BE234-37E4-43EF-9AF0-F35D205876E3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E90E4-6055-437D-8455-FA90359ED7DE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Close should not be greater than High.</a:t>
          </a:r>
        </a:p>
      </dsp:txBody>
      <dsp:txXfrm>
        <a:off x="1339618" y="4351700"/>
        <a:ext cx="5024605" cy="11598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3908-8516-4E3A-933F-3BA84C6649C8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5BFD8-7130-4D9D-B6E9-D938ADEE8316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Technical indicators are mathematical calculations based on the price, volume, or open interest of a security.</a:t>
          </a:r>
        </a:p>
      </dsp:txBody>
      <dsp:txXfrm>
        <a:off x="559800" y="3022743"/>
        <a:ext cx="4320000" cy="720000"/>
      </dsp:txXfrm>
    </dsp:sp>
    <dsp:sp modelId="{F4D89498-D63B-4ADC-9763-C88291B53F0C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D26C7-AA24-4C7C-B2B0-681C8F92CE50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They are used to forecast future price movements.</a:t>
          </a:r>
        </a:p>
      </dsp:txBody>
      <dsp:txXfrm>
        <a:off x="5635800" y="3022743"/>
        <a:ext cx="432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F920C-7AD1-4E7B-8DA0-9C868F5B0F57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30B3DA-6265-4997-9B3B-EEE106344F2C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1587C-15CD-4D08-B570-7A584511CC0A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RSI measures the speed and change of price movements.</a:t>
          </a:r>
        </a:p>
      </dsp:txBody>
      <dsp:txXfrm>
        <a:off x="1509882" y="708097"/>
        <a:ext cx="9005717" cy="1307257"/>
      </dsp:txXfrm>
    </dsp:sp>
    <dsp:sp modelId="{2B340DFC-517D-4056-A2EB-56E5DBEAD32B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52DA9-9485-47AB-A951-30CF8A1DF18D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29826-9BC4-4D68-A053-D21821AB8B90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 oscillates between 0 and 100, with values above 70 indicating an overbought condition and below 30 indicating an oversold condition.</a:t>
          </a:r>
        </a:p>
      </dsp:txBody>
      <dsp:txXfrm>
        <a:off x="1509882" y="2342169"/>
        <a:ext cx="9005717" cy="130725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95761-33E4-4CD8-8E1B-0D424D87B390}">
      <dsp:nvSpPr>
        <dsp:cNvPr id="0" name=""/>
        <dsp:cNvSpPr/>
      </dsp:nvSpPr>
      <dsp:spPr>
        <a:xfrm>
          <a:off x="2044800" y="3531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632F1-19C9-4158-848F-6B084FD352BD}">
      <dsp:nvSpPr>
        <dsp:cNvPr id="0" name=""/>
        <dsp:cNvSpPr/>
      </dsp:nvSpPr>
      <dsp:spPr>
        <a:xfrm>
          <a:off x="2512800" y="8211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107E7-61A5-4B5D-9628-CD21F26DBA32}">
      <dsp:nvSpPr>
        <dsp:cNvPr id="0" name=""/>
        <dsp:cNvSpPr/>
      </dsp:nvSpPr>
      <dsp:spPr>
        <a:xfrm>
          <a:off x="1342800" y="3233169"/>
          <a:ext cx="36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MACD is a trend-following momentum indicator that shows the relationship between two moving averages of a security's price.</a:t>
          </a:r>
        </a:p>
      </dsp:txBody>
      <dsp:txXfrm>
        <a:off x="1342800" y="3233169"/>
        <a:ext cx="3600000" cy="765000"/>
      </dsp:txXfrm>
    </dsp:sp>
    <dsp:sp modelId="{A2D21A6E-0134-4163-BBEB-74D3FF63C648}">
      <dsp:nvSpPr>
        <dsp:cNvPr id="0" name=""/>
        <dsp:cNvSpPr/>
      </dsp:nvSpPr>
      <dsp:spPr>
        <a:xfrm>
          <a:off x="6274800" y="3531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7EC8DB-F2D3-49CE-A2C4-3DFBDA7E03C1}">
      <dsp:nvSpPr>
        <dsp:cNvPr id="0" name=""/>
        <dsp:cNvSpPr/>
      </dsp:nvSpPr>
      <dsp:spPr>
        <a:xfrm>
          <a:off x="6742800" y="8211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AAC6D-5880-4CB8-B0C8-CEB87AF040EA}">
      <dsp:nvSpPr>
        <dsp:cNvPr id="0" name=""/>
        <dsp:cNvSpPr/>
      </dsp:nvSpPr>
      <dsp:spPr>
        <a:xfrm>
          <a:off x="5572800" y="3233169"/>
          <a:ext cx="36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The MACD line is the difference between the 12-day and 26-day exponential moving averages (EMA).</a:t>
          </a:r>
        </a:p>
      </dsp:txBody>
      <dsp:txXfrm>
        <a:off x="5572800" y="3233169"/>
        <a:ext cx="3600000" cy="765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30AFF-B904-420C-BD08-08816CD3C355}">
      <dsp:nvSpPr>
        <dsp:cNvPr id="0" name=""/>
        <dsp:cNvSpPr/>
      </dsp:nvSpPr>
      <dsp:spPr>
        <a:xfrm rot="16200000">
          <a:off x="2338" y="1178"/>
          <a:ext cx="4348981" cy="4348981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MACD signal line is a 9-day EMA of the MACD line.</a:t>
          </a:r>
        </a:p>
      </dsp:txBody>
      <dsp:txXfrm rot="5400000">
        <a:off x="2338" y="1088423"/>
        <a:ext cx="3587909" cy="2174491"/>
      </dsp:txXfrm>
    </dsp:sp>
    <dsp:sp modelId="{F16B4DC0-54DE-42B8-A470-E9C5AC6C3B62}">
      <dsp:nvSpPr>
        <dsp:cNvPr id="0" name=""/>
        <dsp:cNvSpPr/>
      </dsp:nvSpPr>
      <dsp:spPr>
        <a:xfrm rot="5400000">
          <a:off x="6164280" y="1178"/>
          <a:ext cx="4348981" cy="4348981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It is used to identify buy or sell signals based on crossovers with the MACD line.</a:t>
          </a:r>
        </a:p>
      </dsp:txBody>
      <dsp:txXfrm rot="-5400000">
        <a:off x="6925352" y="1088423"/>
        <a:ext cx="3587909" cy="217449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28325-3235-4ED4-82FE-8BED53DF330B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BA28A-2D87-4AE4-A9D4-8CD6FC4260E3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ADX measures the strength of a trend.</a:t>
          </a:r>
        </a:p>
      </dsp:txBody>
      <dsp:txXfrm>
        <a:off x="559800" y="3022743"/>
        <a:ext cx="4320000" cy="720000"/>
      </dsp:txXfrm>
    </dsp:sp>
    <dsp:sp modelId="{61D26D58-F21C-44D5-9448-E8D0ACF4E20A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CAEFB-73F9-471F-9666-77868B9FF15E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Values above 25 indicate a strong trend, while values below 20 suggest a weak trend.</a:t>
          </a:r>
        </a:p>
      </dsp:txBody>
      <dsp:txXfrm>
        <a:off x="5635800" y="3022743"/>
        <a:ext cx="4320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49B7B-97C3-489E-BAE1-9E1C0DB8548A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898AA-969D-433E-A521-93488E9716F2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ATR is a volatility indicator that measures the degree of price movement for a given period.</a:t>
          </a:r>
        </a:p>
      </dsp:txBody>
      <dsp:txXfrm>
        <a:off x="559800" y="3022743"/>
        <a:ext cx="4320000" cy="720000"/>
      </dsp:txXfrm>
    </dsp:sp>
    <dsp:sp modelId="{D8B6CC84-6316-41D4-98A8-1611DB3DA5EB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E3F82-FEDB-47F7-BD7A-43CDC928527A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Higher ATR values indicate higher volatility, while lower values indicate lower volatility.</a:t>
          </a:r>
        </a:p>
      </dsp:txBody>
      <dsp:txXfrm>
        <a:off x="5635800" y="3022743"/>
        <a:ext cx="432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B9211-2337-4584-AAF3-DD3686B8E28E}">
      <dsp:nvSpPr>
        <dsp:cNvPr id="0" name=""/>
        <dsp:cNvSpPr/>
      </dsp:nvSpPr>
      <dsp:spPr>
        <a:xfrm>
          <a:off x="1212569" y="762165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AC4E4-94A7-4693-9E04-5748E8202EE5}">
      <dsp:nvSpPr>
        <dsp:cNvPr id="0" name=""/>
        <dsp:cNvSpPr/>
      </dsp:nvSpPr>
      <dsp:spPr>
        <a:xfrm>
          <a:off x="417971" y="2486672"/>
          <a:ext cx="2889450" cy="110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popular tool among investors and traders, helps gauge the volatility of stocks and other securities to determine if they are over- or undervalued.</a:t>
          </a:r>
          <a:endParaRPr lang="en-US" sz="1400" kern="1200" dirty="0"/>
        </a:p>
      </dsp:txBody>
      <dsp:txXfrm>
        <a:off x="417971" y="2486672"/>
        <a:ext cx="2889450" cy="1102500"/>
      </dsp:txXfrm>
    </dsp:sp>
    <dsp:sp modelId="{DCEC0C80-240A-438A-B675-BD6A1FB2DC4C}">
      <dsp:nvSpPr>
        <dsp:cNvPr id="0" name=""/>
        <dsp:cNvSpPr/>
      </dsp:nvSpPr>
      <dsp:spPr>
        <a:xfrm>
          <a:off x="4607673" y="762165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EB5CF-A75B-45CB-8321-505F4F05DCDC}">
      <dsp:nvSpPr>
        <dsp:cNvPr id="0" name=""/>
        <dsp:cNvSpPr/>
      </dsp:nvSpPr>
      <dsp:spPr>
        <a:xfrm>
          <a:off x="3813075" y="2486672"/>
          <a:ext cx="2889450" cy="110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The center line is the stock price's 20-day simple moving average (SMA). </a:t>
          </a:r>
          <a:endParaRPr lang="en-US" sz="1400" kern="1200" dirty="0"/>
        </a:p>
      </dsp:txBody>
      <dsp:txXfrm>
        <a:off x="3813075" y="2486672"/>
        <a:ext cx="2889450" cy="1102500"/>
      </dsp:txXfrm>
    </dsp:sp>
    <dsp:sp modelId="{E26F04FC-BD47-4424-A2F1-4EB31822291E}">
      <dsp:nvSpPr>
        <dsp:cNvPr id="0" name=""/>
        <dsp:cNvSpPr/>
      </dsp:nvSpPr>
      <dsp:spPr>
        <a:xfrm>
          <a:off x="8002777" y="762165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02B01-0704-412F-ADAA-FE78BF22DC8B}">
      <dsp:nvSpPr>
        <dsp:cNvPr id="0" name=""/>
        <dsp:cNvSpPr/>
      </dsp:nvSpPr>
      <dsp:spPr>
        <a:xfrm>
          <a:off x="7208178" y="2486672"/>
          <a:ext cx="2889450" cy="110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The upper and lower bands are set at a certain number of standard deviations, usually two, above and below the middle line.</a:t>
          </a:r>
          <a:endParaRPr lang="en-US" sz="1400" kern="1200" dirty="0"/>
        </a:p>
      </dsp:txBody>
      <dsp:txXfrm>
        <a:off x="7208178" y="2486672"/>
        <a:ext cx="2889450" cy="11025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1A431-9A35-43ED-8AD1-D7B4EC03B716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F063C-8682-41A5-96D5-F2796E6113E1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49A8E-6391-4F36-A509-32EDF2EC3200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SMA calculates the average price of a security over a specified number of periods.</a:t>
          </a:r>
        </a:p>
      </dsp:txBody>
      <dsp:txXfrm>
        <a:off x="1342800" y="3255669"/>
        <a:ext cx="3600000" cy="720000"/>
      </dsp:txXfrm>
    </dsp:sp>
    <dsp:sp modelId="{F31B030E-346D-49BF-B829-609BC1FD8BD1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94C983-9572-438F-9DF5-58B1AECED27F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EAE6B-49E9-479C-9AEF-85D6E0444499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It smooths out price data and helps identify trends.</a:t>
          </a:r>
        </a:p>
      </dsp:txBody>
      <dsp:txXfrm>
        <a:off x="5572800" y="3255669"/>
        <a:ext cx="3600000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84090-772C-428F-B143-8BA64F5FEF75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76EDD-0781-4EDB-8EF9-1782D715E9F6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D2C2B-E31E-42B6-A2C1-67AE52930A89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EMA is similar to SMA but gives more weight to recent price data.</a:t>
          </a:r>
        </a:p>
      </dsp:txBody>
      <dsp:txXfrm>
        <a:off x="1342800" y="3255669"/>
        <a:ext cx="3600000" cy="720000"/>
      </dsp:txXfrm>
    </dsp:sp>
    <dsp:sp modelId="{9E52A73C-DF30-4F5F-B975-8296298E1C1C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58B2F6-A919-4B17-A37D-44217EDE3D73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0674B-2AFD-438C-94D6-0E9165D67495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It is more responsive to recent price changes.</a:t>
          </a:r>
        </a:p>
      </dsp:txBody>
      <dsp:txXfrm>
        <a:off x="5572800" y="3255669"/>
        <a:ext cx="3600000" cy="72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FAEF9-77D2-4332-98B8-D3DAE928E990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1C885-A7E1-45AB-B59B-159E6C2F52DD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strategy combines multiple indicators (e.g., RSI, MACD, ADX) to generate buy/sell signals.</a:t>
          </a:r>
        </a:p>
      </dsp:txBody>
      <dsp:txXfrm>
        <a:off x="559800" y="3022743"/>
        <a:ext cx="4320000" cy="720000"/>
      </dsp:txXfrm>
    </dsp:sp>
    <dsp:sp modelId="{AFBC281D-9B57-49CA-A1A9-B782BBCB5F10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EFC6F-B8FF-4743-A3C7-7E39ADF3EB7D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goal is to maximize returns while minimizing risk.</a:t>
          </a:r>
        </a:p>
      </dsp:txBody>
      <dsp:txXfrm>
        <a:off x="5635800" y="3022743"/>
        <a:ext cx="4320000" cy="7200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BD0CC-0040-4925-9DB3-08E08FC8D9E5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Entry: Buy when RSI &lt; 30 and MACD crosses above the signal line.</a:t>
          </a:r>
        </a:p>
      </dsp:txBody>
      <dsp:txXfrm>
        <a:off x="66025" y="114994"/>
        <a:ext cx="10383550" cy="1220470"/>
      </dsp:txXfrm>
    </dsp:sp>
    <dsp:sp modelId="{BAF17E1E-F724-4B44-BA49-22A1A8C4C55D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Exit: Sell when RSI &gt; 70 or MACD crosses below the signal line.</a:t>
          </a:r>
        </a:p>
      </dsp:txBody>
      <dsp:txXfrm>
        <a:off x="66025" y="1565434"/>
        <a:ext cx="10383550" cy="1220470"/>
      </dsp:txXfrm>
    </dsp:sp>
    <dsp:sp modelId="{B556FE6A-E525-4F7F-88A0-F1AF500D5A52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Stop Loss: Set at a predetermined ATR level to limit potential losses.</a:t>
          </a:r>
        </a:p>
      </dsp:txBody>
      <dsp:txXfrm>
        <a:off x="66025" y="3015873"/>
        <a:ext cx="10383550" cy="122047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496F1-EBDB-44AD-995E-DAC5B3E0D8A0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252B65-B227-41E0-BE98-6F83DB8B430A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172B0-787A-4853-BEFC-518C20665886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trading strategy was implemented in Python using the Pandas and TA-Lib libraries.</a:t>
          </a:r>
        </a:p>
      </dsp:txBody>
      <dsp:txXfrm>
        <a:off x="1509882" y="708097"/>
        <a:ext cx="9005717" cy="1307257"/>
      </dsp:txXfrm>
    </dsp:sp>
    <dsp:sp modelId="{0586CDC9-48F0-407E-9C87-05B2ED25D12C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6B1E3-CF87-4B57-BAD5-1BCAD52AE8FA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5F271-4EDC-485F-A8CB-CB66A21A9C32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TA-Lib provides functions to calculate technical indicators, while Pandas handles data manipulation.</a:t>
          </a:r>
        </a:p>
      </dsp:txBody>
      <dsp:txXfrm>
        <a:off x="1509882" y="2342169"/>
        <a:ext cx="9005717" cy="130725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93C5B-8C74-4797-82E2-73145C79F9F4}">
      <dsp:nvSpPr>
        <dsp:cNvPr id="0" name=""/>
        <dsp:cNvSpPr/>
      </dsp:nvSpPr>
      <dsp:spPr>
        <a:xfrm>
          <a:off x="1574063" y="429883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F078-6878-42FE-993E-2F2CEA5E35CE}">
      <dsp:nvSpPr>
        <dsp:cNvPr id="0" name=""/>
        <dsp:cNvSpPr/>
      </dsp:nvSpPr>
      <dsp:spPr>
        <a:xfrm>
          <a:off x="386063" y="284402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strategy was backtested on historical data to evaluate its performance.</a:t>
          </a:r>
        </a:p>
      </dsp:txBody>
      <dsp:txXfrm>
        <a:off x="386063" y="2844026"/>
        <a:ext cx="4320000" cy="720000"/>
      </dsp:txXfrm>
    </dsp:sp>
    <dsp:sp modelId="{56B156A7-BE0A-4EC9-9558-40FDBFB03C99}">
      <dsp:nvSpPr>
        <dsp:cNvPr id="0" name=""/>
        <dsp:cNvSpPr/>
      </dsp:nvSpPr>
      <dsp:spPr>
        <a:xfrm>
          <a:off x="6650063" y="429883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87FB1-C531-48DD-A29D-0F0A68F92874}">
      <dsp:nvSpPr>
        <dsp:cNvPr id="0" name=""/>
        <dsp:cNvSpPr/>
      </dsp:nvSpPr>
      <dsp:spPr>
        <a:xfrm>
          <a:off x="5462063" y="284402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Backtesting allows us to simulate the strategy's behavior over time.</a:t>
          </a:r>
        </a:p>
      </dsp:txBody>
      <dsp:txXfrm>
        <a:off x="5462063" y="2844026"/>
        <a:ext cx="4320000" cy="72000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55534-6586-4C4A-95D1-46412A0DE462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4A66A9-3FF6-4E24-8291-EE9C351678E4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00382-4895-4737-9E71-AB7799159E46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strategy's performance was evaluated based on several metrics:</a:t>
          </a:r>
        </a:p>
      </dsp:txBody>
      <dsp:txXfrm>
        <a:off x="1074268" y="4366"/>
        <a:ext cx="5170996" cy="930102"/>
      </dsp:txXfrm>
    </dsp:sp>
    <dsp:sp modelId="{32E891A5-57B9-444E-A180-97727DDC4F22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95469-3AA2-4488-A61E-FC7F518FBC3E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85839-4117-4222-A6E0-AAE37BA9F551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Net Profit</a:t>
          </a:r>
        </a:p>
      </dsp:txBody>
      <dsp:txXfrm>
        <a:off x="1074268" y="1166994"/>
        <a:ext cx="5170996" cy="930102"/>
      </dsp:txXfrm>
    </dsp:sp>
    <dsp:sp modelId="{1AF4F83D-887C-4AC3-BBE6-5174D89590D2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68223-97DE-4983-B585-BC8C1A04FF32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26E7D-F30A-43C9-BCE0-A0438F110698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Maximum Drawdown</a:t>
          </a:r>
        </a:p>
      </dsp:txBody>
      <dsp:txXfrm>
        <a:off x="1074268" y="2329622"/>
        <a:ext cx="5170996" cy="930102"/>
      </dsp:txXfrm>
    </dsp:sp>
    <dsp:sp modelId="{3D55B328-4AB5-4EE2-85AD-F4F9B4A24E96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92E2D-06A8-44AF-8199-03F27CC0BD58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F30E0-0208-4BDC-AB17-9F8081A6DDE9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Win/Loss Ratio</a:t>
          </a:r>
        </a:p>
      </dsp:txBody>
      <dsp:txXfrm>
        <a:off x="1074268" y="3492250"/>
        <a:ext cx="5170996" cy="930102"/>
      </dsp:txXfrm>
    </dsp:sp>
    <dsp:sp modelId="{041D31B4-CC47-44D1-9E94-AEDB3FC64A05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167D4-05BA-4D34-B101-7E3DF9AFA948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287DB-F221-4F6D-8ED2-6C6AD47F5521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Sharpe Ratio</a:t>
          </a:r>
        </a:p>
      </dsp:txBody>
      <dsp:txXfrm>
        <a:off x="1074268" y="4654878"/>
        <a:ext cx="5170996" cy="93010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8DAA4-2CC9-40C6-ADAA-7D36E8CD003F}">
      <dsp:nvSpPr>
        <dsp:cNvPr id="0" name=""/>
        <dsp:cNvSpPr/>
      </dsp:nvSpPr>
      <dsp:spPr>
        <a:xfrm>
          <a:off x="0" y="908268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52299-2D1B-49C9-BF41-D2BE086FD198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52F47-4F42-4B58-9EF2-FAB30E663F92}">
      <dsp:nvSpPr>
        <dsp:cNvPr id="0" name=""/>
        <dsp:cNvSpPr/>
      </dsp:nvSpPr>
      <dsp:spPr>
        <a:xfrm>
          <a:off x="1936708" y="908268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Net Profit: The total profit or loss from the strategy after all trades.</a:t>
          </a:r>
        </a:p>
      </dsp:txBody>
      <dsp:txXfrm>
        <a:off x="1936708" y="908268"/>
        <a:ext cx="4308556" cy="1676804"/>
      </dsp:txXfrm>
    </dsp:sp>
    <dsp:sp modelId="{0449A4C7-89A0-4F42-8C82-ED4F5964BB3D}">
      <dsp:nvSpPr>
        <dsp:cNvPr id="0" name=""/>
        <dsp:cNvSpPr/>
      </dsp:nvSpPr>
      <dsp:spPr>
        <a:xfrm>
          <a:off x="0" y="3004274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F6DE63-75E3-4E90-BDAC-0F96BC404FB8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19F31-AC15-4A78-8A17-0D69F11D8316}">
      <dsp:nvSpPr>
        <dsp:cNvPr id="0" name=""/>
        <dsp:cNvSpPr/>
      </dsp:nvSpPr>
      <dsp:spPr>
        <a:xfrm>
          <a:off x="1936708" y="3004274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Drawdown: The maximum observed loss from a peak to a trough.</a:t>
          </a:r>
        </a:p>
      </dsp:txBody>
      <dsp:txXfrm>
        <a:off x="1936708" y="3004274"/>
        <a:ext cx="4308556" cy="167680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B2F4-E29A-4ECA-A778-23E355C583AF}">
      <dsp:nvSpPr>
        <dsp:cNvPr id="0" name=""/>
        <dsp:cNvSpPr/>
      </dsp:nvSpPr>
      <dsp:spPr>
        <a:xfrm>
          <a:off x="0" y="908268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05DFD-24A4-4612-84D5-023F3A3B908A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F3ADA-0EE9-4CAB-A772-7CC604A53F36}">
      <dsp:nvSpPr>
        <dsp:cNvPr id="0" name=""/>
        <dsp:cNvSpPr/>
      </dsp:nvSpPr>
      <dsp:spPr>
        <a:xfrm>
          <a:off x="1936708" y="908268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Win/Loss Ratio: The ratio of profitable trades to losing trades.</a:t>
          </a:r>
        </a:p>
      </dsp:txBody>
      <dsp:txXfrm>
        <a:off x="1936708" y="908268"/>
        <a:ext cx="4308556" cy="1676804"/>
      </dsp:txXfrm>
    </dsp:sp>
    <dsp:sp modelId="{91EE044F-E3F2-4F53-91E7-8D846C2932F3}">
      <dsp:nvSpPr>
        <dsp:cNvPr id="0" name=""/>
        <dsp:cNvSpPr/>
      </dsp:nvSpPr>
      <dsp:spPr>
        <a:xfrm>
          <a:off x="0" y="3004274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138D5C-8D7B-49DC-AE03-E3215F5F9782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AF245-3222-43B1-9257-AA4C10E9B8A7}">
      <dsp:nvSpPr>
        <dsp:cNvPr id="0" name=""/>
        <dsp:cNvSpPr/>
      </dsp:nvSpPr>
      <dsp:spPr>
        <a:xfrm>
          <a:off x="1936708" y="3004274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higher ratio indicates a more successful strategy.</a:t>
          </a:r>
        </a:p>
      </dsp:txBody>
      <dsp:txXfrm>
        <a:off x="1936708" y="3004274"/>
        <a:ext cx="4308556" cy="167680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9435A0-8A74-448D-8A72-AECEF10355A4}">
      <dsp:nvSpPr>
        <dsp:cNvPr id="0" name=""/>
        <dsp:cNvSpPr/>
      </dsp:nvSpPr>
      <dsp:spPr>
        <a:xfrm>
          <a:off x="0" y="908268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471DE-58A0-4D1E-A532-0D58014B0D23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7E1AF-C2CA-4D6D-8404-6481B77DDE35}">
      <dsp:nvSpPr>
        <dsp:cNvPr id="0" name=""/>
        <dsp:cNvSpPr/>
      </dsp:nvSpPr>
      <dsp:spPr>
        <a:xfrm>
          <a:off x="1936708" y="908268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Sharpe Ratio: A measure of the risk-adjusted return of the strategy.</a:t>
          </a:r>
        </a:p>
      </dsp:txBody>
      <dsp:txXfrm>
        <a:off x="1936708" y="908268"/>
        <a:ext cx="4308556" cy="1676804"/>
      </dsp:txXfrm>
    </dsp:sp>
    <dsp:sp modelId="{640325A5-82FC-49DE-9FAD-5A04EEA1D394}">
      <dsp:nvSpPr>
        <dsp:cNvPr id="0" name=""/>
        <dsp:cNvSpPr/>
      </dsp:nvSpPr>
      <dsp:spPr>
        <a:xfrm>
          <a:off x="0" y="3004274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D552B-DCE7-468A-B0E7-9205A456E9A7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6C07D-26FD-4088-ABB0-5CFE01D89333}">
      <dsp:nvSpPr>
        <dsp:cNvPr id="0" name=""/>
        <dsp:cNvSpPr/>
      </dsp:nvSpPr>
      <dsp:spPr>
        <a:xfrm>
          <a:off x="1936708" y="3004274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Higher Sharpe ratios indicate better risk-adjusted returns.</a:t>
          </a:r>
        </a:p>
      </dsp:txBody>
      <dsp:txXfrm>
        <a:off x="1936708" y="3004274"/>
        <a:ext cx="4308556" cy="167680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87879-F7C8-4244-86DC-2D8477F22D24}">
      <dsp:nvSpPr>
        <dsp:cNvPr id="0" name=""/>
        <dsp:cNvSpPr/>
      </dsp:nvSpPr>
      <dsp:spPr>
        <a:xfrm>
          <a:off x="0" y="27893"/>
          <a:ext cx="6245265" cy="27120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The strategy was optimized by adjusting the indicator parameters to improve performance.</a:t>
          </a:r>
        </a:p>
      </dsp:txBody>
      <dsp:txXfrm>
        <a:off x="132392" y="160285"/>
        <a:ext cx="5980481" cy="2447275"/>
      </dsp:txXfrm>
    </dsp:sp>
    <dsp:sp modelId="{990AF224-5D54-47DA-8003-5BE280C7D805}">
      <dsp:nvSpPr>
        <dsp:cNvPr id="0" name=""/>
        <dsp:cNvSpPr/>
      </dsp:nvSpPr>
      <dsp:spPr>
        <a:xfrm>
          <a:off x="0" y="2849393"/>
          <a:ext cx="6245265" cy="271205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This involved testing different time periods and thresholds for RSI, MACD, and ADX.</a:t>
          </a:r>
        </a:p>
      </dsp:txBody>
      <dsp:txXfrm>
        <a:off x="132392" y="2981785"/>
        <a:ext cx="5980481" cy="244727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15B54-C14C-46CF-A737-C4225A6EBB79}">
      <dsp:nvSpPr>
        <dsp:cNvPr id="0" name=""/>
        <dsp:cNvSpPr/>
      </dsp:nvSpPr>
      <dsp:spPr>
        <a:xfrm>
          <a:off x="0" y="2626263"/>
          <a:ext cx="10515600" cy="17231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There are multiple types of ML prominent are:</a:t>
          </a:r>
        </a:p>
      </dsp:txBody>
      <dsp:txXfrm>
        <a:off x="0" y="2626263"/>
        <a:ext cx="10515600" cy="930480"/>
      </dsp:txXfrm>
    </dsp:sp>
    <dsp:sp modelId="{E54B984B-053C-48E4-B1F0-B185A026C0F4}">
      <dsp:nvSpPr>
        <dsp:cNvPr id="0" name=""/>
        <dsp:cNvSpPr/>
      </dsp:nvSpPr>
      <dsp:spPr>
        <a:xfrm>
          <a:off x="0" y="3522281"/>
          <a:ext cx="2628899" cy="79263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Supervised Learning </a:t>
          </a:r>
        </a:p>
      </dsp:txBody>
      <dsp:txXfrm>
        <a:off x="0" y="3522281"/>
        <a:ext cx="2628899" cy="792631"/>
      </dsp:txXfrm>
    </dsp:sp>
    <dsp:sp modelId="{C1BDC0EF-0A58-46CF-A24F-E674186F05B6}">
      <dsp:nvSpPr>
        <dsp:cNvPr id="0" name=""/>
        <dsp:cNvSpPr/>
      </dsp:nvSpPr>
      <dsp:spPr>
        <a:xfrm>
          <a:off x="2628900" y="3522281"/>
          <a:ext cx="2628899" cy="792631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Unsupervised Learning </a:t>
          </a:r>
        </a:p>
      </dsp:txBody>
      <dsp:txXfrm>
        <a:off x="2628900" y="3522281"/>
        <a:ext cx="2628899" cy="792631"/>
      </dsp:txXfrm>
    </dsp:sp>
    <dsp:sp modelId="{BFBDE1EA-AC6E-4430-9089-374999457121}">
      <dsp:nvSpPr>
        <dsp:cNvPr id="0" name=""/>
        <dsp:cNvSpPr/>
      </dsp:nvSpPr>
      <dsp:spPr>
        <a:xfrm>
          <a:off x="5257800" y="3522281"/>
          <a:ext cx="2628899" cy="792631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Semi Supervised learning</a:t>
          </a:r>
        </a:p>
      </dsp:txBody>
      <dsp:txXfrm>
        <a:off x="5257800" y="3522281"/>
        <a:ext cx="2628899" cy="792631"/>
      </dsp:txXfrm>
    </dsp:sp>
    <dsp:sp modelId="{D4A1D4C9-5485-4C19-8280-47BE44979BD5}">
      <dsp:nvSpPr>
        <dsp:cNvPr id="0" name=""/>
        <dsp:cNvSpPr/>
      </dsp:nvSpPr>
      <dsp:spPr>
        <a:xfrm>
          <a:off x="7886700" y="3522281"/>
          <a:ext cx="2628899" cy="792631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Federated learning</a:t>
          </a:r>
        </a:p>
      </dsp:txBody>
      <dsp:txXfrm>
        <a:off x="7886700" y="3522281"/>
        <a:ext cx="2628899" cy="792631"/>
      </dsp:txXfrm>
    </dsp:sp>
    <dsp:sp modelId="{C26069D1-D2E3-4A15-8645-DF49D7D491BA}">
      <dsp:nvSpPr>
        <dsp:cNvPr id="0" name=""/>
        <dsp:cNvSpPr/>
      </dsp:nvSpPr>
      <dsp:spPr>
        <a:xfrm rot="10800000">
          <a:off x="0" y="1962"/>
          <a:ext cx="10515600" cy="2650147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Machine learning (ML) is a subset of artificial intelligence (AI) that uses algorithms and data to teach computers to learn without direct instruction.</a:t>
          </a:r>
        </a:p>
      </dsp:txBody>
      <dsp:txXfrm rot="10800000">
        <a:off x="0" y="1962"/>
        <a:ext cx="10515600" cy="172198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BBA1A-B570-4F2B-BE02-EE3E7248B8B6}">
      <dsp:nvSpPr>
        <dsp:cNvPr id="0" name=""/>
        <dsp:cNvSpPr/>
      </dsp:nvSpPr>
      <dsp:spPr>
        <a:xfrm>
          <a:off x="0" y="2297"/>
          <a:ext cx="6900512" cy="11645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F70C5-6028-4979-B65F-AD977A84C2F0}">
      <dsp:nvSpPr>
        <dsp:cNvPr id="0" name=""/>
        <dsp:cNvSpPr/>
      </dsp:nvSpPr>
      <dsp:spPr>
        <a:xfrm>
          <a:off x="352272" y="264318"/>
          <a:ext cx="640494" cy="640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B6CA3-9839-44F6-B600-C39CC0C2A7ED}">
      <dsp:nvSpPr>
        <dsp:cNvPr id="0" name=""/>
        <dsp:cNvSpPr/>
      </dsp:nvSpPr>
      <dsp:spPr>
        <a:xfrm>
          <a:off x="1345038" y="229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We were to predict next closing price to place the trades, so we have used Supervised learning.</a:t>
          </a:r>
        </a:p>
      </dsp:txBody>
      <dsp:txXfrm>
        <a:off x="1345038" y="2297"/>
        <a:ext cx="5555473" cy="1164535"/>
      </dsp:txXfrm>
    </dsp:sp>
    <dsp:sp modelId="{E06405BC-BD4D-4377-BDF5-65EFC1D0BB19}">
      <dsp:nvSpPr>
        <dsp:cNvPr id="0" name=""/>
        <dsp:cNvSpPr/>
      </dsp:nvSpPr>
      <dsp:spPr>
        <a:xfrm>
          <a:off x="0" y="1457967"/>
          <a:ext cx="6900512" cy="1164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FF71A-64E7-4995-8DC8-314F7A0C15F9}">
      <dsp:nvSpPr>
        <dsp:cNvPr id="0" name=""/>
        <dsp:cNvSpPr/>
      </dsp:nvSpPr>
      <dsp:spPr>
        <a:xfrm>
          <a:off x="352272" y="1719988"/>
          <a:ext cx="640494" cy="640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62F24-3C1C-40B3-A173-74A8FEA8A6DD}">
      <dsp:nvSpPr>
        <dsp:cNvPr id="0" name=""/>
        <dsp:cNvSpPr/>
      </dsp:nvSpPr>
      <dsp:spPr>
        <a:xfrm>
          <a:off x="1345038" y="145796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Next Close price was predicted using previous open, high, low and close values. </a:t>
          </a:r>
        </a:p>
      </dsp:txBody>
      <dsp:txXfrm>
        <a:off x="1345038" y="1457967"/>
        <a:ext cx="5555473" cy="1164535"/>
      </dsp:txXfrm>
    </dsp:sp>
    <dsp:sp modelId="{D281EB0D-1DD8-401D-A5E5-999F095ED3FD}">
      <dsp:nvSpPr>
        <dsp:cNvPr id="0" name=""/>
        <dsp:cNvSpPr/>
      </dsp:nvSpPr>
      <dsp:spPr>
        <a:xfrm>
          <a:off x="0" y="2913637"/>
          <a:ext cx="6900512" cy="11645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6EBC0-7756-462B-9140-4C20E06EA4BC}">
      <dsp:nvSpPr>
        <dsp:cNvPr id="0" name=""/>
        <dsp:cNvSpPr/>
      </dsp:nvSpPr>
      <dsp:spPr>
        <a:xfrm>
          <a:off x="352272" y="3175658"/>
          <a:ext cx="640494" cy="640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B603B-C93F-4D13-8F43-A3D004001769}">
      <dsp:nvSpPr>
        <dsp:cNvPr id="0" name=""/>
        <dsp:cNvSpPr/>
      </dsp:nvSpPr>
      <dsp:spPr>
        <a:xfrm>
          <a:off x="1345038" y="291363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If predicted close is greater than current close, the trade position will be long. </a:t>
          </a:r>
        </a:p>
      </dsp:txBody>
      <dsp:txXfrm>
        <a:off x="1345038" y="2913637"/>
        <a:ext cx="5555473" cy="1164535"/>
      </dsp:txXfrm>
    </dsp:sp>
    <dsp:sp modelId="{B6BB418C-5819-4A12-A62F-70AA060D6956}">
      <dsp:nvSpPr>
        <dsp:cNvPr id="0" name=""/>
        <dsp:cNvSpPr/>
      </dsp:nvSpPr>
      <dsp:spPr>
        <a:xfrm>
          <a:off x="0" y="4369307"/>
          <a:ext cx="6900512" cy="1164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6F759F-3AB8-4CC8-A249-54C15970F3EE}">
      <dsp:nvSpPr>
        <dsp:cNvPr id="0" name=""/>
        <dsp:cNvSpPr/>
      </dsp:nvSpPr>
      <dsp:spPr>
        <a:xfrm>
          <a:off x="352272" y="4631327"/>
          <a:ext cx="640494" cy="640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0A4F5-B6E1-4BA7-A8AE-3CCB0969C7D4}">
      <dsp:nvSpPr>
        <dsp:cNvPr id="0" name=""/>
        <dsp:cNvSpPr/>
      </dsp:nvSpPr>
      <dsp:spPr>
        <a:xfrm>
          <a:off x="1345038" y="436930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If predicted close is less than current close, the trade position will be short.</a:t>
          </a:r>
        </a:p>
      </dsp:txBody>
      <dsp:txXfrm>
        <a:off x="1345038" y="4369307"/>
        <a:ext cx="5555473" cy="1164535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F00F8-C1A2-4743-94B7-FD9FC320E053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07FCA-5F68-4F03-BBE8-86A47D4B94E9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0FFBF-61E6-470B-9F2B-AD0C937DD5D2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The optimized strategy was implemented on the Binance Testnet.</a:t>
          </a:r>
        </a:p>
      </dsp:txBody>
      <dsp:txXfrm>
        <a:off x="1342800" y="3255669"/>
        <a:ext cx="3600000" cy="720000"/>
      </dsp:txXfrm>
    </dsp:sp>
    <dsp:sp modelId="{20C99C77-05B4-4638-A6C3-BFF32B0D9459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053A4-C694-4634-A9BB-BD6F538B2936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45C10-F38B-41AA-8995-5CA4DFD30A2B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This allowed for real-time testing in a simulated environment.</a:t>
          </a:r>
        </a:p>
      </dsp:txBody>
      <dsp:txXfrm>
        <a:off x="5572800" y="3255669"/>
        <a:ext cx="3600000" cy="72000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CCDC4-731D-4FAF-A6F2-3C71A6E0631B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8CD39-CB63-4505-AC45-10AE89DBD64E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After opening a trade, the bot continuously monitors the market.</a:t>
          </a:r>
        </a:p>
      </dsp:txBody>
      <dsp:txXfrm>
        <a:off x="559800" y="3022743"/>
        <a:ext cx="4320000" cy="720000"/>
      </dsp:txXfrm>
    </dsp:sp>
    <dsp:sp modelId="{518312D8-0D00-4424-87CE-4C02731F5356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B05EF-F365-484B-B1E6-F01AB3D4018F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If the indicators change, the bot may adjust the trade or close it.</a:t>
          </a:r>
        </a:p>
      </dsp:txBody>
      <dsp:txXfrm>
        <a:off x="5635800" y="3022743"/>
        <a:ext cx="4320000" cy="72000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29382-C4A5-4589-A3EF-027DE78119B4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178A1-A9E2-476F-835C-DCA91AD83460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F116D-860D-424E-AC20-C20118627E0E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The bot fetches real-time data from the Binance API.</a:t>
          </a:r>
        </a:p>
      </dsp:txBody>
      <dsp:txXfrm>
        <a:off x="1342800" y="3255669"/>
        <a:ext cx="3600000" cy="720000"/>
      </dsp:txXfrm>
    </dsp:sp>
    <dsp:sp modelId="{298ED85F-0F78-4F5B-9331-4985A59D813F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5AC21-AD36-4135-9761-D1321AD47347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FDA31-60E0-4BA4-8982-3E6FFC6A4326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Data handling involves processing incoming data and updating indicators.</a:t>
          </a:r>
        </a:p>
      </dsp:txBody>
      <dsp:txXfrm>
        <a:off x="5572800" y="3255669"/>
        <a:ext cx="3600000" cy="72000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E1B42-B255-425F-A0F1-A183C16FDE19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C1163-0166-45DB-9AAC-579A19483178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bot is equipped with error-handling routines to manage API errors.</a:t>
          </a:r>
        </a:p>
      </dsp:txBody>
      <dsp:txXfrm>
        <a:off x="559800" y="3022743"/>
        <a:ext cx="4320000" cy="720000"/>
      </dsp:txXfrm>
    </dsp:sp>
    <dsp:sp modelId="{E0195A31-4E84-4797-85E7-380F74CA0702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28C18-D819-4D76-B124-8263BD96BB4D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Common issues include rate limits, connection errors, and unexpected responses.</a:t>
          </a:r>
        </a:p>
      </dsp:txBody>
      <dsp:txXfrm>
        <a:off x="5635800" y="3022743"/>
        <a:ext cx="4320000" cy="720000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CEFC9-930B-4F46-9A56-73F51773782B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8DC19-9CDB-4773-8023-DCE28A144211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366D9-BE56-49DD-B7B9-263A7652E4A5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The bot logs all trade actions, errors, and performance metrics.</a:t>
          </a:r>
        </a:p>
      </dsp:txBody>
      <dsp:txXfrm>
        <a:off x="1342800" y="3255669"/>
        <a:ext cx="3600000" cy="720000"/>
      </dsp:txXfrm>
    </dsp:sp>
    <dsp:sp modelId="{8A31697C-2A96-406B-A999-BDAEC5670D32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37D6B-ACB2-4380-8BDD-FF62D0F9FE38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70BD3-1FC4-42AE-AFFE-171392568123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Logs are reviewed to assess performance and identify issues.</a:t>
          </a:r>
        </a:p>
      </dsp:txBody>
      <dsp:txXfrm>
        <a:off x="5572800" y="3255669"/>
        <a:ext cx="3600000" cy="72000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5714D-ACB9-44CB-A7D9-FCA6B649EF5E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8A00E-506C-4501-87EF-2D88273E0F6E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Key performance metrics include:</a:t>
          </a:r>
        </a:p>
      </dsp:txBody>
      <dsp:txXfrm>
        <a:off x="1011204" y="630714"/>
        <a:ext cx="1946396" cy="1946396"/>
      </dsp:txXfrm>
    </dsp:sp>
    <dsp:sp modelId="{3CD261EB-6E1C-4C14-A889-525F941BE133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Consecutive wins/losses</a:t>
          </a:r>
        </a:p>
      </dsp:txBody>
      <dsp:txXfrm>
        <a:off x="3334113" y="630714"/>
        <a:ext cx="1946396" cy="1946396"/>
      </dsp:txXfrm>
    </dsp:sp>
    <dsp:sp modelId="{B440D620-852A-49BD-A7A9-70B0A0F2A68C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Win/Loss Ratio</a:t>
          </a:r>
        </a:p>
      </dsp:txBody>
      <dsp:txXfrm>
        <a:off x="1011204" y="2953623"/>
        <a:ext cx="1946396" cy="1946396"/>
      </dsp:txXfrm>
    </dsp:sp>
    <dsp:sp modelId="{38E11555-098A-4049-A9EF-1D88C924B1D2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Maximum Drawdown</a:t>
          </a:r>
        </a:p>
      </dsp:txBody>
      <dsp:txXfrm>
        <a:off x="3334113" y="2953623"/>
        <a:ext cx="1946396" cy="194639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4ABE6-1A1C-4C00-9CD5-6412E9A2B122}">
      <dsp:nvSpPr>
        <dsp:cNvPr id="0" name=""/>
        <dsp:cNvSpPr/>
      </dsp:nvSpPr>
      <dsp:spPr>
        <a:xfrm>
          <a:off x="0" y="338877"/>
          <a:ext cx="6291714" cy="23645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The bot was tested in real-time on the Binance Testnet.</a:t>
          </a:r>
        </a:p>
      </dsp:txBody>
      <dsp:txXfrm>
        <a:off x="115429" y="454306"/>
        <a:ext cx="6060856" cy="2133711"/>
      </dsp:txXfrm>
    </dsp:sp>
    <dsp:sp modelId="{C0879207-B07A-48AA-A910-0A65AC4E8088}">
      <dsp:nvSpPr>
        <dsp:cNvPr id="0" name=""/>
        <dsp:cNvSpPr/>
      </dsp:nvSpPr>
      <dsp:spPr>
        <a:xfrm>
          <a:off x="0" y="2827287"/>
          <a:ext cx="6291714" cy="236456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Results showed a consistent performance with positive ROI.</a:t>
          </a:r>
        </a:p>
      </dsp:txBody>
      <dsp:txXfrm>
        <a:off x="115429" y="2942716"/>
        <a:ext cx="6060856" cy="2133711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98F14-AF83-4537-9120-78B8C3F349FD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D3542-CEAC-4631-91BA-25EA44CCCD09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239B9-10DD-45A4-8B4B-83BC8AB6A14B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Further optimizations include fine-tuning the strategy and improving risk management.</a:t>
          </a:r>
        </a:p>
      </dsp:txBody>
      <dsp:txXfrm>
        <a:off x="1834517" y="1507711"/>
        <a:ext cx="3148942" cy="1335915"/>
      </dsp:txXfrm>
    </dsp:sp>
    <dsp:sp modelId="{9E688E59-59B8-46C9-BC00-BA2B8F68884A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C6DF31-38E4-4CB6-9716-8AE224C4312F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D6A2E-A678-4200-A262-495A0E70A0D5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Future work may involve exploring additional indicators and AI techniques.</a:t>
          </a:r>
        </a:p>
      </dsp:txBody>
      <dsp:txXfrm>
        <a:off x="7154322" y="1507711"/>
        <a:ext cx="3148942" cy="1335915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B3799-6815-419D-8E63-415A1530C2B0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6DF67-7970-4497-BD80-DFE83920C083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508DF-4471-421E-ADB7-5E2237E697D3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trading bot successfully demonstrated the potential of algorithmic trading.</a:t>
          </a:r>
        </a:p>
      </dsp:txBody>
      <dsp:txXfrm>
        <a:off x="1509882" y="708097"/>
        <a:ext cx="9005717" cy="1307257"/>
      </dsp:txXfrm>
    </dsp:sp>
    <dsp:sp modelId="{6B1FD494-9A86-4D08-A915-1F9ACDBB4991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B3EC3-1465-4D9E-8005-CD5EF159ED5B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31513-A79E-40FE-B58C-F6962B668469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highlights the importance of robust strategies, continuous monitoring, and optimization.</a:t>
          </a:r>
        </a:p>
      </dsp:txBody>
      <dsp:txXfrm>
        <a:off x="1509882" y="2342169"/>
        <a:ext cx="9005717" cy="130725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F2F928-F3EA-4D5E-9927-6D653F6390B7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04097-A941-44DF-82BB-FF113D4C4DDB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CC8B6-AC8D-49C2-AF0C-56B4722328B1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Thank you for your attention!</a:t>
          </a:r>
        </a:p>
      </dsp:txBody>
      <dsp:txXfrm>
        <a:off x="1342800" y="3255669"/>
        <a:ext cx="3600000" cy="720000"/>
      </dsp:txXfrm>
    </dsp:sp>
    <dsp:sp modelId="{D31BB42C-6A4A-4EA1-88EE-672B4092EC6C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2EE9B-86F1-42C5-9F0B-5277E0035F29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F389C-C30B-4D61-9084-F1D9718B5802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Any questions?</a:t>
          </a:r>
        </a:p>
      </dsp:txBody>
      <dsp:txXfrm>
        <a:off x="5572800" y="3255669"/>
        <a:ext cx="3600000" cy="720000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24BED-09AE-45CF-8621-DE8686E8E3EC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2AF00-FC81-4A61-8CC3-5E0C82BF496A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0C282-74F9-4A6D-9070-4A4270F78C65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 simulation was created that will run every hour to fetch data and generate signals.</a:t>
          </a:r>
        </a:p>
      </dsp:txBody>
      <dsp:txXfrm>
        <a:off x="75768" y="3053169"/>
        <a:ext cx="3093750" cy="720000"/>
      </dsp:txXfrm>
    </dsp:sp>
    <dsp:sp modelId="{92834531-033E-42B2-BD6E-024A8620436F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9F26D-C43E-4438-8BE0-B4393D7F13C9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BCD1D-2372-4A18-B9DE-990385821489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These signals along with metadata will be saved in a database.</a:t>
          </a:r>
        </a:p>
      </dsp:txBody>
      <dsp:txXfrm>
        <a:off x="3710925" y="3053169"/>
        <a:ext cx="3093750" cy="720000"/>
      </dsp:txXfrm>
    </dsp:sp>
    <dsp:sp modelId="{D58B6393-759F-4B73-81B7-06F0F50DCDC6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5FBD6-81E4-416A-9DF2-8BF18C661060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C85B4-0574-429E-95C1-02131A5A5B16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The information will be used to place trades and monitor the performance of individual models.</a:t>
          </a:r>
        </a:p>
      </dsp:txBody>
      <dsp:txXfrm>
        <a:off x="7346081" y="3053169"/>
        <a:ext cx="3093750" cy="720000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B9FC2-F809-40FB-885B-1A3B6B710B69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9A0C0-1728-494E-B035-952CDCD437A6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E2E42-DD89-4BDD-A7D9-818E04774B71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The information of individual models was displayed in a web app.</a:t>
          </a:r>
        </a:p>
      </dsp:txBody>
      <dsp:txXfrm>
        <a:off x="1342800" y="3255669"/>
        <a:ext cx="3600000" cy="720000"/>
      </dsp:txXfrm>
    </dsp:sp>
    <dsp:sp modelId="{063A0493-5975-4271-B7EE-9915AF4284E4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72414-E712-4B1E-96B7-EC553A994A36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20F58-8143-4C7B-B1CD-8F185287E29B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This webapp was developed using flask and rest APIs.</a:t>
          </a:r>
        </a:p>
      </dsp:txBody>
      <dsp:txXfrm>
        <a:off x="5572800" y="3255669"/>
        <a:ext cx="3600000" cy="720000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A3FEB-A5CB-492D-91BF-C3859D06D094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F5282-2837-4DE4-A80B-7E15DD379438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ATR (Average True Range): A measure of market volatility.</a:t>
          </a:r>
        </a:p>
      </dsp:txBody>
      <dsp:txXfrm>
        <a:off x="378614" y="886531"/>
        <a:ext cx="2810360" cy="1744948"/>
      </dsp:txXfrm>
    </dsp:sp>
    <dsp:sp modelId="{E6F1188F-00D8-4731-9224-29B13B843894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B67E9-94B4-4B8C-B3BE-C60EDD740B45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PnL (Profit and Loss): A measure of the financial performance of a trade.</a:t>
          </a:r>
        </a:p>
      </dsp:txBody>
      <dsp:txXfrm>
        <a:off x="3946203" y="886531"/>
        <a:ext cx="2810360" cy="1744948"/>
      </dsp:txXfrm>
    </dsp:sp>
    <dsp:sp modelId="{7A3169C2-06B5-402A-8D64-6559F8D56615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D94D7-6509-491A-8105-A88786DDB148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TP/SL (Take Profit/Stop Loss): Predefined levels to close a trade for profit or loss.</a:t>
          </a:r>
        </a:p>
      </dsp:txBody>
      <dsp:txXfrm>
        <a:off x="7513791" y="886531"/>
        <a:ext cx="2810360" cy="1744948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A068B-CA4E-46AD-87A3-05CDAE428800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A6B0B-97E0-410B-8C86-8BAF290281FC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Investopedia: Technical Indicators</a:t>
          </a:r>
        </a:p>
      </dsp:txBody>
      <dsp:txXfrm>
        <a:off x="378614" y="886531"/>
        <a:ext cx="2810360" cy="1744948"/>
      </dsp:txXfrm>
    </dsp:sp>
    <dsp:sp modelId="{6629AC02-1E11-4243-88B8-838DD023FBA5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59C2B-CDC6-4FEC-AAEF-84D6CA3E10EF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Binance API Documentation</a:t>
          </a:r>
        </a:p>
      </dsp:txBody>
      <dsp:txXfrm>
        <a:off x="3946203" y="886531"/>
        <a:ext cx="2810360" cy="1744948"/>
      </dsp:txXfrm>
    </dsp:sp>
    <dsp:sp modelId="{AC20E9E8-AC46-419B-B467-13B01DE027BB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3AF5E-9995-491F-AE92-898BB201152C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TA-Lib Documentation</a:t>
          </a:r>
        </a:p>
      </dsp:txBody>
      <dsp:txXfrm>
        <a:off x="7513791" y="886531"/>
        <a:ext cx="2810360" cy="1744948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EC2F42-C4CB-478F-A0A4-51F331A0E612}">
      <dsp:nvSpPr>
        <dsp:cNvPr id="0" name=""/>
        <dsp:cNvSpPr/>
      </dsp:nvSpPr>
      <dsp:spPr>
        <a:xfrm>
          <a:off x="1679220" y="37850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FF240-7AB5-493F-96C7-939F6F6CDA70}">
      <dsp:nvSpPr>
        <dsp:cNvPr id="0" name=""/>
        <dsp:cNvSpPr/>
      </dsp:nvSpPr>
      <dsp:spPr>
        <a:xfrm>
          <a:off x="491220" y="245205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Special thanks to the team, mentors, and resources that supported this project.</a:t>
          </a:r>
        </a:p>
      </dsp:txBody>
      <dsp:txXfrm>
        <a:off x="491220" y="2452051"/>
        <a:ext cx="4320000" cy="720000"/>
      </dsp:txXfrm>
    </dsp:sp>
    <dsp:sp modelId="{69831DCF-5F4A-4C2D-AA81-2F064A6B4E74}">
      <dsp:nvSpPr>
        <dsp:cNvPr id="0" name=""/>
        <dsp:cNvSpPr/>
      </dsp:nvSpPr>
      <dsp:spPr>
        <a:xfrm>
          <a:off x="6755220" y="37850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F5913-1B24-41B7-B5E6-70170F27EB25}">
      <dsp:nvSpPr>
        <dsp:cNvPr id="0" name=""/>
        <dsp:cNvSpPr/>
      </dsp:nvSpPr>
      <dsp:spPr>
        <a:xfrm>
          <a:off x="5567220" y="245205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Gratitude to the open-source community for providing valuable tools and libraries.</a:t>
          </a:r>
        </a:p>
      </dsp:txBody>
      <dsp:txXfrm>
        <a:off x="5567220" y="245205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0558-2094-DFDB-4807-15DC12C3F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C5567-DEB7-8B24-907F-020B9480E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CEE7A-B30F-ECE7-929C-ECD86D11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A751E-5988-654B-8034-5A6AE7D59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A923C-C8E8-28AB-6D83-DF5AC1D4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8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8106-4FCA-F47E-2AAC-BDE81679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7A032-B4C0-A8C7-F35E-6ADF7CCA4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50600-C1A8-A07F-AED0-B72A6F39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84AA7-E741-F70D-B74B-1587D9A8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B0218-9B05-4041-E145-0BF04B5E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88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0797-313C-8ECA-6441-B5C38A840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189ED-9DDB-1859-16E5-531D6BE8B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DF58F-F345-EADD-DD83-193EAD09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91823-D545-0F48-B6D1-460A66AA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259D-AA8E-9373-DCD8-5098FE10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9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91DB-CF42-D3F7-FF13-B654DE17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57F85-211D-B890-5280-6FD16F6D8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DA16A-A157-74B6-2B69-CEF7C7BE4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36FD1-FEC3-6D8D-D697-19A51C1B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A2288-EBC4-B673-1901-48C47AF6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1EBA8-A547-2A4A-837B-E5714E61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2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F74E-CB89-E40C-96E7-C2F8CA6E9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33A23-811B-7149-9456-653AA462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358F7-E25A-EFCC-9051-A2F7A2E82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E4D88-F8F5-47C1-A85C-0B5796FCF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18F79-3B0E-F25E-2296-4562DBCCE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3C4BD-C048-253B-D62D-A2AEEE88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ADE48-BE8D-04E7-F4D5-21AD2FD2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8D794-E960-4D44-2409-CE90D48C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062E-F270-65DC-001D-4D433AA8A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1391A-5F35-8756-EB5F-D2774A15D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0FDA3-46E1-CF00-23C3-7659390F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E280-F314-C549-4C5F-6A21983D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1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948E2-BC4A-4C31-9D98-952505F1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61DD0-838A-2F81-5773-A11C67C1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AC9AC-A81A-1D47-A54B-14562A79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4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B96D-79A4-38BB-CFEF-4865714B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4F60C-C012-275A-0F7E-2416C3791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A31D9-F669-705B-9468-0DB80F667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96BD-534F-082D-187F-E7823FB1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6F64-067E-A1F4-15DA-C48986CF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A20E5-F654-DB5C-5006-6157E0CF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70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0553-0895-4E1F-2692-8AFD3D2D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1F06F-AF0B-1F27-F34F-A8E1DAA53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2B542-A7D6-7561-0DA0-EC6AC9CE6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3DB24-7DEB-377A-4F03-50FEAAEB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F11B7-44F5-3C90-D19A-F5F02AEC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5A1D-1B0D-8628-4F1A-3759CFE5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F2B5-A579-D12A-8D52-A6AE76FA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68338-4247-A613-EF67-6FB08D9A0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53892-B6F5-E4F6-69D9-27C04FDB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DA6C0-8806-0E9C-20DC-5E73762B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7096B-E12D-E50C-9735-F154D3A7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6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B211EF-F7B5-83B1-D24B-89BABD4D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164D2-0364-F2C3-AAF3-9A3B29C99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1457F-96F2-D893-F018-CBB2181DE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AAE78-526A-6E4E-23DF-B6902120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FBBA1-DD53-845C-4BEB-CC3626F4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5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EC8A-0198-DE7B-DA42-0A387F80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B3826-DEB6-D26E-910D-D475A6F64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4FBE9-1116-0474-0CBA-AAF28DCB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85A5A-24C4-3AA9-6D06-9EA9755B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2A438-1E37-B317-360A-FE78D10C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8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55F6F0-3C69-4480-B360-59FFC0E4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F66F2-B5F8-08A6-AE10-82B6C8E11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72765-64AC-487E-811E-127CA057C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82376-ED6A-41FE-B1EC-DBC7F89FCBB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1401-E18A-8C64-960D-824316D02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65221-3DFE-DBBC-62AD-32528CD07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7C064-0211-46BB-BE8B-45E434B82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0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A7FEA-0020-0B89-82D1-4E67481BE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r>
              <a:rPr lang="en-US" sz="6600"/>
              <a:t>Crypbot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6903E-A587-CFAF-F453-55BBEDD6A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An In-Depth Overview of the Process and Techniques</a:t>
            </a:r>
          </a:p>
        </p:txBody>
      </p:sp>
    </p:spTree>
    <p:extLst>
      <p:ext uri="{BB962C8B-B14F-4D97-AF65-F5344CB8AC3E}">
        <p14:creationId xmlns:p14="http://schemas.microsoft.com/office/powerpoint/2010/main" val="3013179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E6B10-8906-118C-7FD9-EA58CEE9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Trading Bots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47945E0-1306-53A2-9973-3041B2B260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277130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529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FE9F6-9E9A-DDA8-356F-7B9CDD3D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13CD8B9-A59B-E59F-6A45-59F5B5BDE4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7727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714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37B01-5D4B-41AA-EB5E-AD11C71D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Source: Binance Testnet API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369B342-AD35-D9CF-F61F-B7BB461B39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25806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754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A3F01-5344-F8DC-4711-C5786C06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Understanding Binance Testnet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7C4BFF3-8722-204C-2C4F-0BB3EEFCED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62819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7785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75CD8-2CC6-5FB4-C5AD-3444AF84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Parameters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437833FE-D09B-EE93-538B-79BDEB603C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325847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22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333A3-F13E-55FD-A80D-39B27149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 - 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8" name="Text Placeholder 2">
            <a:extLst>
              <a:ext uri="{FF2B5EF4-FFF2-40B4-BE49-F238E27FC236}">
                <a16:creationId xmlns:a16="http://schemas.microsoft.com/office/drawing/2014/main" id="{ECA98093-EB7B-17E6-A0E3-B667373DB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367233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4282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022DF-32FB-79AB-3205-EF56FDA0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Handling Missing Data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63476-8255-822A-D696-75B38814E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Missing timesteps were identified and filled using linear interpolation.</a:t>
            </a:r>
          </a:p>
          <a:p>
            <a:r>
              <a:rPr lang="en-US"/>
              <a:t>Linear interpolation estimates missing values based on neighboring data points.</a:t>
            </a:r>
          </a:p>
        </p:txBody>
      </p:sp>
    </p:spTree>
    <p:extLst>
      <p:ext uri="{BB962C8B-B14F-4D97-AF65-F5344CB8AC3E}">
        <p14:creationId xmlns:p14="http://schemas.microsoft.com/office/powerpoint/2010/main" val="2052237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4C227-B8AF-1523-16B7-DCDAE218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Validation Checks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Text Placeholder 2">
            <a:extLst>
              <a:ext uri="{FF2B5EF4-FFF2-40B4-BE49-F238E27FC236}">
                <a16:creationId xmlns:a16="http://schemas.microsoft.com/office/drawing/2014/main" id="{11FF1255-0A80-3817-BE06-A0ACBFAA9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75445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360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2BE5-A011-548A-C02E-C13ABA532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Technical Indicators - Introduction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689DFC8-A58B-0156-46DF-580003BE4586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5995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56FC0-9F40-94FF-C128-0A4878785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RSI (Relative Strength Index)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34DBF4D-FAB5-2AF3-7189-8F94B03F4C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263385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9970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73B57-09C7-83C2-C930-45D7CAA57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MACD (Moving Average Convergence Divergence)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D65B451-C604-731A-BAFC-6039F318C6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234916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805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6B4249-A064-AF16-3EAA-3B4A396ED48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758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C60E1-1F58-78EA-A0E4-4234603F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MACD Signal Line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626EA9F-BE47-1796-D837-51343A329D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98773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3225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0A994-608C-9BF7-FA45-A7244741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MACD Histogram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068A2-68AC-9F93-934C-E7E776FC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The MACD histogram represents the difference between the MACD line and the MACD signal line.</a:t>
            </a:r>
          </a:p>
          <a:p>
            <a:r>
              <a:rPr lang="en-US"/>
              <a:t>Positive values indicate bullish momentum, while negative values indicate bearish momentum.</a:t>
            </a:r>
          </a:p>
        </p:txBody>
      </p:sp>
    </p:spTree>
    <p:extLst>
      <p:ext uri="{BB962C8B-B14F-4D97-AF65-F5344CB8AC3E}">
        <p14:creationId xmlns:p14="http://schemas.microsoft.com/office/powerpoint/2010/main" val="150550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B1A1D-5FE1-F447-DACA-6A3AC6A3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ADX (Average Directional Index)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FFDBECE-4079-AA4C-D1F4-513A7A731B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841629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7455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7DA78-7B82-6697-5E71-35D2422FF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Average True Range (ATR)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86CEF9A-1212-3F71-7277-BAC79DD9C1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092764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247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8B43E-7495-268D-7A94-1DDE42FD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Bollinger band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4DC0CC5-14F3-1088-0A15-C3CA1BE7B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474130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593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2C1A7B-CF70-A76F-F718-189D0F2B6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Simple Moving Average (SMA)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2B9A2E8-3C7C-54DD-C26A-67626453DD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80404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0961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985F0-E5F9-AC96-AB4D-4EE52554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Exponential Moving Average (EMA)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14D46FD-4BE2-15A8-BE19-A64AD6D2B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435036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2127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9F857-F620-6309-604E-A11130C5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Developing the Trading Strategy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ADB2D85-F511-B1D4-BC34-B402D965DB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927059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1266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0A32C-77CA-510D-B392-C564AA64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Trading Strategy Rules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6C014FC-2A6F-61D3-2DE7-95746A6F4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499948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1465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9685-BAE6-C1D0-FACF-BFBA7F66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Implementing the Strategy in Python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10FCFD3-6CAF-784F-5FC3-04FB5E30DA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24522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074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1F903-BE90-2DBD-5D5A-D4D8B244D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Backtesting the Strategy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B68D71F-B786-86CF-56CC-03BAEE929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077335"/>
              </p:ext>
            </p:extLst>
          </p:nvPr>
        </p:nvGraphicFramePr>
        <p:xfrm>
          <a:off x="1115568" y="2269730"/>
          <a:ext cx="10168128" cy="3993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8499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8C410-716C-B365-78C3-D54144E8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Backtesting Results - Overview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ext Placeholder 2">
            <a:extLst>
              <a:ext uri="{FF2B5EF4-FFF2-40B4-BE49-F238E27FC236}">
                <a16:creationId xmlns:a16="http://schemas.microsoft.com/office/drawing/2014/main" id="{37891E64-29EA-C7BB-5A83-65009B9E8A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321102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5461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84156-DFDF-EB7A-F5A3-B9C3F2F1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 Profit and Drawdown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3330399-1193-8E66-E795-5BAFD058A5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031425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376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12676-56EF-0F63-EA1F-210BB634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Win/Loss Ratio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CE42513-1693-3FA0-D52E-6FD112C5A0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02772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0084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94144-1BAA-A500-D612-998C0CA4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Sharpe Ratio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62AF3E0B-1BF4-6EE9-A16E-7F1A5B08F0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935947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6442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A9F84-0E6F-0F64-7366-8FF019192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Optimization of Strategy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225BCF1-23AF-FB08-374A-EFDC8B3D07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65181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6266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70773-C193-8C1B-42ED-BFA088FE6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ext Placeholder 2">
            <a:extLst>
              <a:ext uri="{FF2B5EF4-FFF2-40B4-BE49-F238E27FC236}">
                <a16:creationId xmlns:a16="http://schemas.microsoft.com/office/drawing/2014/main" id="{EC7FA829-EFBB-BB8F-8AA3-8E8A5E318A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597750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3803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0AC9A-4BCF-A103-ED4A-6B7921CB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 modeling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ext Placeholder 2">
            <a:extLst>
              <a:ext uri="{FF2B5EF4-FFF2-40B4-BE49-F238E27FC236}">
                <a16:creationId xmlns:a16="http://schemas.microsoft.com/office/drawing/2014/main" id="{B96118C8-C5CC-D91E-E6CC-B2A8DA3E19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65966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9875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D5163-8A9B-BF16-3962-262BDF09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15F8C-0203-41CD-C50C-9689E1390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Yet to be added</a:t>
            </a:r>
          </a:p>
        </p:txBody>
      </p:sp>
    </p:spTree>
    <p:extLst>
      <p:ext uri="{BB962C8B-B14F-4D97-AF65-F5344CB8AC3E}">
        <p14:creationId xmlns:p14="http://schemas.microsoft.com/office/powerpoint/2010/main" val="2404875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BD7B2-0660-C976-D640-17D531CDB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Implementation on Binance Testnet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73CFB30-EC86-0782-460E-08BEA99F29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02432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8026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38197-B42C-CF40-E969-7B95429F2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Trade Execution Flow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0E3E9-36E7-BAA8-6DAD-35C76D1EF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The trade execution flow includes:</a:t>
            </a:r>
          </a:p>
          <a:p>
            <a:r>
              <a:rPr lang="en-US" dirty="0"/>
              <a:t>1. Fetching data and calculating indicators.</a:t>
            </a:r>
          </a:p>
          <a:p>
            <a:r>
              <a:rPr lang="en-US" dirty="0"/>
              <a:t>2. Opening trades based on signals.</a:t>
            </a:r>
          </a:p>
          <a:p>
            <a:r>
              <a:rPr lang="en-US" dirty="0"/>
              <a:t>3. Monitoring trades and based on signals and TP/SL.</a:t>
            </a:r>
          </a:p>
          <a:p>
            <a:r>
              <a:rPr lang="en-US" dirty="0"/>
              <a:t>4. Closing trades and recording results.</a:t>
            </a:r>
          </a:p>
        </p:txBody>
      </p:sp>
    </p:spTree>
    <p:extLst>
      <p:ext uri="{BB962C8B-B14F-4D97-AF65-F5344CB8AC3E}">
        <p14:creationId xmlns:p14="http://schemas.microsoft.com/office/powerpoint/2010/main" val="3976713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BC022-3F24-6D27-0409-E8B98D067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Trade Monitoring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0AC0326-44AB-6245-1745-1DAFC966B6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758555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7577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D8FC8-D51A-CD5B-6AE0-4A8662BF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Real-time Data Handling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D3E248B-EDC7-071D-C28B-8C6364560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86732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436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2A62BB-9BFB-AD06-ED50-0C059353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Handling API Errors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6CA7E4A-2573-EB95-F138-8669831AF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303198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1110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3E3DA-A349-3325-6195-66CF888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Logging and Reporting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C87012F-91C9-27FC-821B-0FFEA7D59C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997206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79280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48F08-FF2C-75AB-119D-B7D856C1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Performance Metrics</a:t>
            </a:r>
          </a:p>
        </p:txBody>
      </p:sp>
      <p:graphicFrame>
        <p:nvGraphicFramePr>
          <p:cNvPr id="19" name="Text Placeholder 2">
            <a:extLst>
              <a:ext uri="{FF2B5EF4-FFF2-40B4-BE49-F238E27FC236}">
                <a16:creationId xmlns:a16="http://schemas.microsoft.com/office/drawing/2014/main" id="{C155050E-6128-F072-0451-5B72A7B02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95303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56507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C8458-A440-EBDB-A9B5-C094862F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Real-time Testing Results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6B5A334A-91DA-D0C2-E214-4D763DAE36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352553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30449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716B1-CDFB-7594-1B40-1A521041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Optimization and Future Work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9F9A6AD-345D-0DB5-CC46-D7F2780D9F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960407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0351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552A5-8FDD-935F-EB96-61933BFE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D32DE084-5A88-257B-01E4-87C3A958A5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192408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81124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F8B7C-512B-0F1A-1A17-6FCC070F6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24C80F4-92D0-56A5-341D-33C5E4B7AE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12778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47884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03C03-8B51-EDC9-F1F6-2152F581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Simulation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B4E4D35-289F-3EA1-2C73-A0334A90CE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156288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59328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8B9A38-0130-3289-190D-C0A6E115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Integration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D5D9D39-7A26-11AF-0E52-2B8314C85F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319058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5227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F138222-D274-4866-96E7-C3B1D6DA8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888E255-D20B-4F26-B9DA-3DF036797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6F72A-FB3A-BC00-E5D2-AD0F60A8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14" y="1207424"/>
            <a:ext cx="508763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Frontend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AD46D6-02D6-45B3-921C-F4033826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2790" y="5367348"/>
            <a:ext cx="616353" cy="5996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E6DD8-9E69-DD61-8609-849783DF2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856" y="58975"/>
            <a:ext cx="7304567" cy="6720201"/>
          </a:xfrm>
          <a:custGeom>
            <a:avLst/>
            <a:gdLst/>
            <a:ahLst/>
            <a:cxnLst/>
            <a:rect l="l" t="t" r="r" b="b"/>
            <a:pathLst>
              <a:path w="5051479" h="5503900">
                <a:moveTo>
                  <a:pt x="151948" y="0"/>
                </a:moveTo>
                <a:lnTo>
                  <a:pt x="4899531" y="0"/>
                </a:lnTo>
                <a:cubicBezTo>
                  <a:pt x="4983450" y="0"/>
                  <a:pt x="5051479" y="68029"/>
                  <a:pt x="5051479" y="151948"/>
                </a:cubicBezTo>
                <a:lnTo>
                  <a:pt x="5051479" y="5351952"/>
                </a:lnTo>
                <a:cubicBezTo>
                  <a:pt x="5051479" y="5435871"/>
                  <a:pt x="4983450" y="5503900"/>
                  <a:pt x="4899531" y="5503900"/>
                </a:cubicBezTo>
                <a:lnTo>
                  <a:pt x="151948" y="5503900"/>
                </a:lnTo>
                <a:cubicBezTo>
                  <a:pt x="68029" y="5503900"/>
                  <a:pt x="0" y="5435871"/>
                  <a:pt x="0" y="5351952"/>
                </a:cubicBezTo>
                <a:lnTo>
                  <a:pt x="0" y="151948"/>
                </a:lnTo>
                <a:cubicBezTo>
                  <a:pt x="0" y="68029"/>
                  <a:pt x="68029" y="0"/>
                  <a:pt x="15194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63043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F138222-D274-4866-96E7-C3B1D6DA8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888E255-D20B-4F26-B9DA-3DF036797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6F72A-FB3A-BC00-E5D2-AD0F60A8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633" y="2406029"/>
            <a:ext cx="4368442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Stats of individual model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AD46D6-02D6-45B3-921C-F4033826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2790" y="5367348"/>
            <a:ext cx="616353" cy="5996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E6DD8-9E69-DD61-8609-849783DF2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2570" y="159487"/>
            <a:ext cx="8372854" cy="6528391"/>
          </a:xfrm>
          <a:custGeom>
            <a:avLst/>
            <a:gdLst/>
            <a:ahLst/>
            <a:cxnLst/>
            <a:rect l="l" t="t" r="r" b="b"/>
            <a:pathLst>
              <a:path w="5051479" h="5503900">
                <a:moveTo>
                  <a:pt x="151948" y="0"/>
                </a:moveTo>
                <a:lnTo>
                  <a:pt x="4899531" y="0"/>
                </a:lnTo>
                <a:cubicBezTo>
                  <a:pt x="4983450" y="0"/>
                  <a:pt x="5051479" y="68029"/>
                  <a:pt x="5051479" y="151948"/>
                </a:cubicBezTo>
                <a:lnTo>
                  <a:pt x="5051479" y="5351952"/>
                </a:lnTo>
                <a:cubicBezTo>
                  <a:pt x="5051479" y="5435871"/>
                  <a:pt x="4983450" y="5503900"/>
                  <a:pt x="4899531" y="5503900"/>
                </a:cubicBezTo>
                <a:lnTo>
                  <a:pt x="151948" y="5503900"/>
                </a:lnTo>
                <a:cubicBezTo>
                  <a:pt x="68029" y="5503900"/>
                  <a:pt x="0" y="5435871"/>
                  <a:pt x="0" y="5351952"/>
                </a:cubicBezTo>
                <a:lnTo>
                  <a:pt x="0" y="151948"/>
                </a:lnTo>
                <a:cubicBezTo>
                  <a:pt x="0" y="68029"/>
                  <a:pt x="68029" y="0"/>
                  <a:pt x="15194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88222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FD978-9D1F-1115-6ADE-2DD6E786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 - Key Terminologies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6BAC2664-8C00-63C9-D563-2AD08246CD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480689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21341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CE46F-BCBE-3171-F0C9-83FEF306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 - References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DFA80A9-6B8F-8DAA-85D1-9C1A0FD44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03104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6518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D9F98-9E9E-E44F-7901-18C9EB97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Acknowledgments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02C26A0-E65B-7652-4637-125864CBFC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821487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844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9E7153-D48A-46CE-8DAC-E172F0A697B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1494</Words>
  <Application>Microsoft Office PowerPoint</Application>
  <PresentationFormat>Widescreen</PresentationFormat>
  <Paragraphs>163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Aptos</vt:lpstr>
      <vt:lpstr>Aptos Display</vt:lpstr>
      <vt:lpstr>Arial</vt:lpstr>
      <vt:lpstr>Calibri</vt:lpstr>
      <vt:lpstr>Office Theme</vt:lpstr>
      <vt:lpstr>Crypbot</vt:lpstr>
      <vt:lpstr>Introduction to Trading Bots</vt:lpstr>
      <vt:lpstr>Project Overview</vt:lpstr>
      <vt:lpstr>Data Source: Binance Testnet API</vt:lpstr>
      <vt:lpstr>Understanding Binance Testnet</vt:lpstr>
      <vt:lpstr>Data Parameters</vt:lpstr>
      <vt:lpstr>Data Preprocessing - Overview</vt:lpstr>
      <vt:lpstr>Handling Missing Data</vt:lpstr>
      <vt:lpstr>Validation Checks</vt:lpstr>
      <vt:lpstr>Technical Indicators - Introduction</vt:lpstr>
      <vt:lpstr>RSI (Relative Strength Index)</vt:lpstr>
      <vt:lpstr>MACD (Moving Average Convergence Divergence)</vt:lpstr>
      <vt:lpstr>MACD Signal Line</vt:lpstr>
      <vt:lpstr>MACD Histogram</vt:lpstr>
      <vt:lpstr>ADX (Average Directional Index)</vt:lpstr>
      <vt:lpstr>Average True Range (ATR)</vt:lpstr>
      <vt:lpstr>Bollinger band</vt:lpstr>
      <vt:lpstr>Simple Moving Average (SMA)</vt:lpstr>
      <vt:lpstr>Exponential Moving Average (EMA)</vt:lpstr>
      <vt:lpstr>Developing the Trading Strategy</vt:lpstr>
      <vt:lpstr>Trading Strategy Rules</vt:lpstr>
      <vt:lpstr>Implementing the Strategy in Python</vt:lpstr>
      <vt:lpstr>Backtesting the Strategy</vt:lpstr>
      <vt:lpstr>Backtesting Results - Overview</vt:lpstr>
      <vt:lpstr>Net Profit and Drawdown</vt:lpstr>
      <vt:lpstr>Win/Loss Ratio</vt:lpstr>
      <vt:lpstr>Sharpe Ratio</vt:lpstr>
      <vt:lpstr>Optimization of Strategy</vt:lpstr>
      <vt:lpstr>Machine learning</vt:lpstr>
      <vt:lpstr>ML modeling</vt:lpstr>
      <vt:lpstr>Models used</vt:lpstr>
      <vt:lpstr>Implementation on Binance Testnet</vt:lpstr>
      <vt:lpstr>Trade Execution Flow</vt:lpstr>
      <vt:lpstr>Trade Monitoring</vt:lpstr>
      <vt:lpstr>Real-time Data Handling</vt:lpstr>
      <vt:lpstr>Handling API Errors</vt:lpstr>
      <vt:lpstr>Logging and Reporting</vt:lpstr>
      <vt:lpstr>Performance Metrics</vt:lpstr>
      <vt:lpstr>Real-time Testing Results</vt:lpstr>
      <vt:lpstr>Optimization and Future Work</vt:lpstr>
      <vt:lpstr>Conclusion</vt:lpstr>
      <vt:lpstr>Questions</vt:lpstr>
      <vt:lpstr>Simulation</vt:lpstr>
      <vt:lpstr>Integration</vt:lpstr>
      <vt:lpstr>Frontend</vt:lpstr>
      <vt:lpstr>Stats of individual model</vt:lpstr>
      <vt:lpstr>Appendix - Key Terminologies</vt:lpstr>
      <vt:lpstr>Appendix - References</vt:lpstr>
      <vt:lpstr>Acknowledgments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Ahmad</dc:creator>
  <cp:lastModifiedBy>Abdullah Ahmad</cp:lastModifiedBy>
  <cp:revision>1</cp:revision>
  <dcterms:created xsi:type="dcterms:W3CDTF">2024-08-28T06:22:55Z</dcterms:created>
  <dcterms:modified xsi:type="dcterms:W3CDTF">2024-08-28T07:51:00Z</dcterms:modified>
</cp:coreProperties>
</file>